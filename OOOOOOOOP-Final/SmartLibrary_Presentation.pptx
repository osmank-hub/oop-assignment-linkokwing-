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496927-AFD4-4A41-897D-FC205C1D8EE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E97BFB-CCF6-425D-9A70-29BE023AF2FE}">
      <dgm:prSet/>
      <dgm:spPr/>
      <dgm:t>
        <a:bodyPr/>
        <a:lstStyle/>
        <a:p>
          <a:r>
            <a:rPr lang="en-US" dirty="0"/>
            <a:t>Libraries struggle with:</a:t>
          </a:r>
        </a:p>
      </dgm:t>
    </dgm:pt>
    <dgm:pt modelId="{7961F13B-EB8C-45C2-BF0F-1255F415BC8A}" type="parTrans" cxnId="{CF0108D4-EBF8-4831-A17F-EE9E24784404}">
      <dgm:prSet/>
      <dgm:spPr/>
      <dgm:t>
        <a:bodyPr/>
        <a:lstStyle/>
        <a:p>
          <a:endParaRPr lang="en-US"/>
        </a:p>
      </dgm:t>
    </dgm:pt>
    <dgm:pt modelId="{96EE7671-A7EC-48A3-8DC4-8F310545A4BB}" type="sibTrans" cxnId="{CF0108D4-EBF8-4831-A17F-EE9E24784404}">
      <dgm:prSet/>
      <dgm:spPr/>
      <dgm:t>
        <a:bodyPr/>
        <a:lstStyle/>
        <a:p>
          <a:endParaRPr lang="en-US"/>
        </a:p>
      </dgm:t>
    </dgm:pt>
    <dgm:pt modelId="{1E679A84-88FE-4E72-9873-D66A61C737B6}">
      <dgm:prSet/>
      <dgm:spPr/>
      <dgm:t>
        <a:bodyPr/>
        <a:lstStyle/>
        <a:p>
          <a:r>
            <a:rPr lang="en-US" dirty="0"/>
            <a:t>Manual tracking of books</a:t>
          </a:r>
        </a:p>
      </dgm:t>
    </dgm:pt>
    <dgm:pt modelId="{95026D69-0AF7-4876-B4DD-84C31D4F6B07}" type="parTrans" cxnId="{DE1D5DE7-1650-4258-AD39-F31CFA44EBC8}">
      <dgm:prSet/>
      <dgm:spPr/>
      <dgm:t>
        <a:bodyPr/>
        <a:lstStyle/>
        <a:p>
          <a:endParaRPr lang="en-US"/>
        </a:p>
      </dgm:t>
    </dgm:pt>
    <dgm:pt modelId="{330D0B82-5453-4529-919C-6CC4A2FA9050}" type="sibTrans" cxnId="{DE1D5DE7-1650-4258-AD39-F31CFA44EBC8}">
      <dgm:prSet/>
      <dgm:spPr/>
      <dgm:t>
        <a:bodyPr/>
        <a:lstStyle/>
        <a:p>
          <a:endParaRPr lang="en-US"/>
        </a:p>
      </dgm:t>
    </dgm:pt>
    <dgm:pt modelId="{4B9C5230-AD52-4294-9D05-A2D591474FA3}">
      <dgm:prSet/>
      <dgm:spPr/>
      <dgm:t>
        <a:bodyPr/>
        <a:lstStyle/>
        <a:p>
          <a:r>
            <a:rPr lang="en-US"/>
            <a:t>No automated loan limits</a:t>
          </a:r>
        </a:p>
      </dgm:t>
    </dgm:pt>
    <dgm:pt modelId="{BD21A771-926D-461A-A120-EA3513F652C1}" type="parTrans" cxnId="{91A057A1-C3AF-4EE2-B198-4E8DB2AD55DB}">
      <dgm:prSet/>
      <dgm:spPr/>
      <dgm:t>
        <a:bodyPr/>
        <a:lstStyle/>
        <a:p>
          <a:endParaRPr lang="en-US"/>
        </a:p>
      </dgm:t>
    </dgm:pt>
    <dgm:pt modelId="{117E6E46-B25D-43C7-9A9F-270C9594509E}" type="sibTrans" cxnId="{91A057A1-C3AF-4EE2-B198-4E8DB2AD55DB}">
      <dgm:prSet/>
      <dgm:spPr/>
      <dgm:t>
        <a:bodyPr/>
        <a:lstStyle/>
        <a:p>
          <a:endParaRPr lang="en-US"/>
        </a:p>
      </dgm:t>
    </dgm:pt>
    <dgm:pt modelId="{D3B1FE46-466A-4B2C-BE50-D8E3E07250CF}">
      <dgm:prSet/>
      <dgm:spPr/>
      <dgm:t>
        <a:bodyPr/>
        <a:lstStyle/>
        <a:p>
          <a:r>
            <a:rPr lang="en-US"/>
            <a:t>No digital membership control</a:t>
          </a:r>
        </a:p>
      </dgm:t>
    </dgm:pt>
    <dgm:pt modelId="{A15D12ED-C9EB-4245-8EDA-E14AF47C2CDD}" type="parTrans" cxnId="{47D0C024-9214-42A7-A6C4-3B3C1DF6A3D2}">
      <dgm:prSet/>
      <dgm:spPr/>
      <dgm:t>
        <a:bodyPr/>
        <a:lstStyle/>
        <a:p>
          <a:endParaRPr lang="en-US"/>
        </a:p>
      </dgm:t>
    </dgm:pt>
    <dgm:pt modelId="{64A62729-399A-47B7-B051-B7679286C0F2}" type="sibTrans" cxnId="{47D0C024-9214-42A7-A6C4-3B3C1DF6A3D2}">
      <dgm:prSet/>
      <dgm:spPr/>
      <dgm:t>
        <a:bodyPr/>
        <a:lstStyle/>
        <a:p>
          <a:endParaRPr lang="en-US"/>
        </a:p>
      </dgm:t>
    </dgm:pt>
    <dgm:pt modelId="{AD177A3B-636A-4586-A77F-A481FD7C785E}">
      <dgm:prSet/>
      <dgm:spPr/>
      <dgm:t>
        <a:bodyPr/>
        <a:lstStyle/>
        <a:p>
          <a:r>
            <a:rPr lang="en-US"/>
            <a:t>No centralized book/loan database</a:t>
          </a:r>
        </a:p>
      </dgm:t>
    </dgm:pt>
    <dgm:pt modelId="{3D29F63A-75C6-4EA1-AD89-6524C1512DAD}" type="parTrans" cxnId="{A9A7AF1A-A1A0-4FDA-B837-234405051729}">
      <dgm:prSet/>
      <dgm:spPr/>
      <dgm:t>
        <a:bodyPr/>
        <a:lstStyle/>
        <a:p>
          <a:endParaRPr lang="en-US"/>
        </a:p>
      </dgm:t>
    </dgm:pt>
    <dgm:pt modelId="{80F4D5C6-0A5B-4E4B-BC1A-DE99ACAE1D23}" type="sibTrans" cxnId="{A9A7AF1A-A1A0-4FDA-B837-234405051729}">
      <dgm:prSet/>
      <dgm:spPr/>
      <dgm:t>
        <a:bodyPr/>
        <a:lstStyle/>
        <a:p>
          <a:endParaRPr lang="en-US"/>
        </a:p>
      </dgm:t>
    </dgm:pt>
    <dgm:pt modelId="{A1288E80-5B90-4423-895F-56D16D44230F}" type="pres">
      <dgm:prSet presAssocID="{FA496927-AFD4-4A41-897D-FC205C1D8EE1}" presName="vert0" presStyleCnt="0">
        <dgm:presLayoutVars>
          <dgm:dir/>
          <dgm:animOne val="branch"/>
          <dgm:animLvl val="lvl"/>
        </dgm:presLayoutVars>
      </dgm:prSet>
      <dgm:spPr/>
    </dgm:pt>
    <dgm:pt modelId="{7AA9818C-B6A0-488F-A67C-0AE040AB7DAA}" type="pres">
      <dgm:prSet presAssocID="{B4E97BFB-CCF6-425D-9A70-29BE023AF2FE}" presName="thickLine" presStyleLbl="alignNode1" presStyleIdx="0" presStyleCnt="5"/>
      <dgm:spPr/>
    </dgm:pt>
    <dgm:pt modelId="{390CDD18-4FD6-491D-A286-3491D924BF06}" type="pres">
      <dgm:prSet presAssocID="{B4E97BFB-CCF6-425D-9A70-29BE023AF2FE}" presName="horz1" presStyleCnt="0"/>
      <dgm:spPr/>
    </dgm:pt>
    <dgm:pt modelId="{4A763D32-6E5C-4825-95BC-3DE1E858811D}" type="pres">
      <dgm:prSet presAssocID="{B4E97BFB-CCF6-425D-9A70-29BE023AF2FE}" presName="tx1" presStyleLbl="revTx" presStyleIdx="0" presStyleCnt="5"/>
      <dgm:spPr/>
    </dgm:pt>
    <dgm:pt modelId="{C523DAFC-EFC5-43EA-AC4B-46DF33875E92}" type="pres">
      <dgm:prSet presAssocID="{B4E97BFB-CCF6-425D-9A70-29BE023AF2FE}" presName="vert1" presStyleCnt="0"/>
      <dgm:spPr/>
    </dgm:pt>
    <dgm:pt modelId="{5273AFA5-93E3-40E8-B16C-7C0220634F7E}" type="pres">
      <dgm:prSet presAssocID="{1E679A84-88FE-4E72-9873-D66A61C737B6}" presName="thickLine" presStyleLbl="alignNode1" presStyleIdx="1" presStyleCnt="5"/>
      <dgm:spPr/>
    </dgm:pt>
    <dgm:pt modelId="{3DEBDEC6-3428-4922-A119-0231957AC041}" type="pres">
      <dgm:prSet presAssocID="{1E679A84-88FE-4E72-9873-D66A61C737B6}" presName="horz1" presStyleCnt="0"/>
      <dgm:spPr/>
    </dgm:pt>
    <dgm:pt modelId="{119D2F93-AA88-44A6-B4DA-D061C96D94C9}" type="pres">
      <dgm:prSet presAssocID="{1E679A84-88FE-4E72-9873-D66A61C737B6}" presName="tx1" presStyleLbl="revTx" presStyleIdx="1" presStyleCnt="5"/>
      <dgm:spPr/>
    </dgm:pt>
    <dgm:pt modelId="{1D80DE34-2AA5-4028-84A5-81F14AFE145C}" type="pres">
      <dgm:prSet presAssocID="{1E679A84-88FE-4E72-9873-D66A61C737B6}" presName="vert1" presStyleCnt="0"/>
      <dgm:spPr/>
    </dgm:pt>
    <dgm:pt modelId="{95966427-CE8F-4338-9BB5-90CCC09F32DB}" type="pres">
      <dgm:prSet presAssocID="{4B9C5230-AD52-4294-9D05-A2D591474FA3}" presName="thickLine" presStyleLbl="alignNode1" presStyleIdx="2" presStyleCnt="5"/>
      <dgm:spPr/>
    </dgm:pt>
    <dgm:pt modelId="{E554EA19-49B0-4985-B763-89390CAA65D1}" type="pres">
      <dgm:prSet presAssocID="{4B9C5230-AD52-4294-9D05-A2D591474FA3}" presName="horz1" presStyleCnt="0"/>
      <dgm:spPr/>
    </dgm:pt>
    <dgm:pt modelId="{11A643AF-2153-4B11-86D3-49E31D6F5CF0}" type="pres">
      <dgm:prSet presAssocID="{4B9C5230-AD52-4294-9D05-A2D591474FA3}" presName="tx1" presStyleLbl="revTx" presStyleIdx="2" presStyleCnt="5"/>
      <dgm:spPr/>
    </dgm:pt>
    <dgm:pt modelId="{57DC656C-E6C9-4FDA-AAEF-13BD3114DCD8}" type="pres">
      <dgm:prSet presAssocID="{4B9C5230-AD52-4294-9D05-A2D591474FA3}" presName="vert1" presStyleCnt="0"/>
      <dgm:spPr/>
    </dgm:pt>
    <dgm:pt modelId="{928D4541-339A-40EA-84AA-261AFD8B7DFA}" type="pres">
      <dgm:prSet presAssocID="{D3B1FE46-466A-4B2C-BE50-D8E3E07250CF}" presName="thickLine" presStyleLbl="alignNode1" presStyleIdx="3" presStyleCnt="5"/>
      <dgm:spPr/>
    </dgm:pt>
    <dgm:pt modelId="{1E7E5050-011D-4C4F-9D73-87EF18D5F479}" type="pres">
      <dgm:prSet presAssocID="{D3B1FE46-466A-4B2C-BE50-D8E3E07250CF}" presName="horz1" presStyleCnt="0"/>
      <dgm:spPr/>
    </dgm:pt>
    <dgm:pt modelId="{07F32712-17AC-42D9-A05C-5DB0DD4DDF16}" type="pres">
      <dgm:prSet presAssocID="{D3B1FE46-466A-4B2C-BE50-D8E3E07250CF}" presName="tx1" presStyleLbl="revTx" presStyleIdx="3" presStyleCnt="5"/>
      <dgm:spPr/>
    </dgm:pt>
    <dgm:pt modelId="{84DEFEBA-D905-4830-8076-FB316EA8C9CD}" type="pres">
      <dgm:prSet presAssocID="{D3B1FE46-466A-4B2C-BE50-D8E3E07250CF}" presName="vert1" presStyleCnt="0"/>
      <dgm:spPr/>
    </dgm:pt>
    <dgm:pt modelId="{1F36AB6B-4939-4060-8FFE-35B3A248F01D}" type="pres">
      <dgm:prSet presAssocID="{AD177A3B-636A-4586-A77F-A481FD7C785E}" presName="thickLine" presStyleLbl="alignNode1" presStyleIdx="4" presStyleCnt="5"/>
      <dgm:spPr/>
    </dgm:pt>
    <dgm:pt modelId="{6CEC1561-A4D4-411A-9376-74B5B0052122}" type="pres">
      <dgm:prSet presAssocID="{AD177A3B-636A-4586-A77F-A481FD7C785E}" presName="horz1" presStyleCnt="0"/>
      <dgm:spPr/>
    </dgm:pt>
    <dgm:pt modelId="{95190936-D9E7-4AD9-9CA7-85616AFD667E}" type="pres">
      <dgm:prSet presAssocID="{AD177A3B-636A-4586-A77F-A481FD7C785E}" presName="tx1" presStyleLbl="revTx" presStyleIdx="4" presStyleCnt="5"/>
      <dgm:spPr/>
    </dgm:pt>
    <dgm:pt modelId="{A38DC659-54A9-4279-83ED-53663EAF005A}" type="pres">
      <dgm:prSet presAssocID="{AD177A3B-636A-4586-A77F-A481FD7C785E}" presName="vert1" presStyleCnt="0"/>
      <dgm:spPr/>
    </dgm:pt>
  </dgm:ptLst>
  <dgm:cxnLst>
    <dgm:cxn modelId="{FC4F1317-5512-44CD-9F8D-DACA73489E97}" type="presOf" srcId="{FA496927-AFD4-4A41-897D-FC205C1D8EE1}" destId="{A1288E80-5B90-4423-895F-56D16D44230F}" srcOrd="0" destOrd="0" presId="urn:microsoft.com/office/officeart/2008/layout/LinedList"/>
    <dgm:cxn modelId="{A9A7AF1A-A1A0-4FDA-B837-234405051729}" srcId="{FA496927-AFD4-4A41-897D-FC205C1D8EE1}" destId="{AD177A3B-636A-4586-A77F-A481FD7C785E}" srcOrd="4" destOrd="0" parTransId="{3D29F63A-75C6-4EA1-AD89-6524C1512DAD}" sibTransId="{80F4D5C6-0A5B-4E4B-BC1A-DE99ACAE1D23}"/>
    <dgm:cxn modelId="{47D0C024-9214-42A7-A6C4-3B3C1DF6A3D2}" srcId="{FA496927-AFD4-4A41-897D-FC205C1D8EE1}" destId="{D3B1FE46-466A-4B2C-BE50-D8E3E07250CF}" srcOrd="3" destOrd="0" parTransId="{A15D12ED-C9EB-4245-8EDA-E14AF47C2CDD}" sibTransId="{64A62729-399A-47B7-B051-B7679286C0F2}"/>
    <dgm:cxn modelId="{AF078729-666E-403B-84F4-F612E1F6DE18}" type="presOf" srcId="{AD177A3B-636A-4586-A77F-A481FD7C785E}" destId="{95190936-D9E7-4AD9-9CA7-85616AFD667E}" srcOrd="0" destOrd="0" presId="urn:microsoft.com/office/officeart/2008/layout/LinedList"/>
    <dgm:cxn modelId="{D9DCD62A-1DA5-4811-AC2A-613821E77C42}" type="presOf" srcId="{1E679A84-88FE-4E72-9873-D66A61C737B6}" destId="{119D2F93-AA88-44A6-B4DA-D061C96D94C9}" srcOrd="0" destOrd="0" presId="urn:microsoft.com/office/officeart/2008/layout/LinedList"/>
    <dgm:cxn modelId="{91A057A1-C3AF-4EE2-B198-4E8DB2AD55DB}" srcId="{FA496927-AFD4-4A41-897D-FC205C1D8EE1}" destId="{4B9C5230-AD52-4294-9D05-A2D591474FA3}" srcOrd="2" destOrd="0" parTransId="{BD21A771-926D-461A-A120-EA3513F652C1}" sibTransId="{117E6E46-B25D-43C7-9A9F-270C9594509E}"/>
    <dgm:cxn modelId="{3EB68FB4-C058-4486-A467-A15565FFCF1B}" type="presOf" srcId="{B4E97BFB-CCF6-425D-9A70-29BE023AF2FE}" destId="{4A763D32-6E5C-4825-95BC-3DE1E858811D}" srcOrd="0" destOrd="0" presId="urn:microsoft.com/office/officeart/2008/layout/LinedList"/>
    <dgm:cxn modelId="{07C95AC5-6D2B-46F4-BC6C-4024E6F11D3A}" type="presOf" srcId="{4B9C5230-AD52-4294-9D05-A2D591474FA3}" destId="{11A643AF-2153-4B11-86D3-49E31D6F5CF0}" srcOrd="0" destOrd="0" presId="urn:microsoft.com/office/officeart/2008/layout/LinedList"/>
    <dgm:cxn modelId="{800EC0D2-12AC-4F6D-A248-3776BD0B57EF}" type="presOf" srcId="{D3B1FE46-466A-4B2C-BE50-D8E3E07250CF}" destId="{07F32712-17AC-42D9-A05C-5DB0DD4DDF16}" srcOrd="0" destOrd="0" presId="urn:microsoft.com/office/officeart/2008/layout/LinedList"/>
    <dgm:cxn modelId="{CF0108D4-EBF8-4831-A17F-EE9E24784404}" srcId="{FA496927-AFD4-4A41-897D-FC205C1D8EE1}" destId="{B4E97BFB-CCF6-425D-9A70-29BE023AF2FE}" srcOrd="0" destOrd="0" parTransId="{7961F13B-EB8C-45C2-BF0F-1255F415BC8A}" sibTransId="{96EE7671-A7EC-48A3-8DC4-8F310545A4BB}"/>
    <dgm:cxn modelId="{DE1D5DE7-1650-4258-AD39-F31CFA44EBC8}" srcId="{FA496927-AFD4-4A41-897D-FC205C1D8EE1}" destId="{1E679A84-88FE-4E72-9873-D66A61C737B6}" srcOrd="1" destOrd="0" parTransId="{95026D69-0AF7-4876-B4DD-84C31D4F6B07}" sibTransId="{330D0B82-5453-4529-919C-6CC4A2FA9050}"/>
    <dgm:cxn modelId="{AD28C799-F2BA-45BE-8B12-3ACC3DCFB407}" type="presParOf" srcId="{A1288E80-5B90-4423-895F-56D16D44230F}" destId="{7AA9818C-B6A0-488F-A67C-0AE040AB7DAA}" srcOrd="0" destOrd="0" presId="urn:microsoft.com/office/officeart/2008/layout/LinedList"/>
    <dgm:cxn modelId="{352A74E8-5D39-41EC-A087-F432F38923E5}" type="presParOf" srcId="{A1288E80-5B90-4423-895F-56D16D44230F}" destId="{390CDD18-4FD6-491D-A286-3491D924BF06}" srcOrd="1" destOrd="0" presId="urn:microsoft.com/office/officeart/2008/layout/LinedList"/>
    <dgm:cxn modelId="{0C4A3D11-DDDB-4E7D-88EB-C62C5AB8A57C}" type="presParOf" srcId="{390CDD18-4FD6-491D-A286-3491D924BF06}" destId="{4A763D32-6E5C-4825-95BC-3DE1E858811D}" srcOrd="0" destOrd="0" presId="urn:microsoft.com/office/officeart/2008/layout/LinedList"/>
    <dgm:cxn modelId="{78AAF2AC-7363-446F-A00B-F44120DF7863}" type="presParOf" srcId="{390CDD18-4FD6-491D-A286-3491D924BF06}" destId="{C523DAFC-EFC5-43EA-AC4B-46DF33875E92}" srcOrd="1" destOrd="0" presId="urn:microsoft.com/office/officeart/2008/layout/LinedList"/>
    <dgm:cxn modelId="{595B3B9A-09DF-4C9A-97DE-EB1132C36DF7}" type="presParOf" srcId="{A1288E80-5B90-4423-895F-56D16D44230F}" destId="{5273AFA5-93E3-40E8-B16C-7C0220634F7E}" srcOrd="2" destOrd="0" presId="urn:microsoft.com/office/officeart/2008/layout/LinedList"/>
    <dgm:cxn modelId="{3CC69CF9-8A8A-4160-9EB3-3D5D256A90AD}" type="presParOf" srcId="{A1288E80-5B90-4423-895F-56D16D44230F}" destId="{3DEBDEC6-3428-4922-A119-0231957AC041}" srcOrd="3" destOrd="0" presId="urn:microsoft.com/office/officeart/2008/layout/LinedList"/>
    <dgm:cxn modelId="{CFF31CDF-669D-4EDF-8316-357550595F2D}" type="presParOf" srcId="{3DEBDEC6-3428-4922-A119-0231957AC041}" destId="{119D2F93-AA88-44A6-B4DA-D061C96D94C9}" srcOrd="0" destOrd="0" presId="urn:microsoft.com/office/officeart/2008/layout/LinedList"/>
    <dgm:cxn modelId="{CCD8EE52-2994-4B4B-863D-AAA56BAEEB84}" type="presParOf" srcId="{3DEBDEC6-3428-4922-A119-0231957AC041}" destId="{1D80DE34-2AA5-4028-84A5-81F14AFE145C}" srcOrd="1" destOrd="0" presId="urn:microsoft.com/office/officeart/2008/layout/LinedList"/>
    <dgm:cxn modelId="{5C859332-C3BF-44C8-8913-4DF482E5F76B}" type="presParOf" srcId="{A1288E80-5B90-4423-895F-56D16D44230F}" destId="{95966427-CE8F-4338-9BB5-90CCC09F32DB}" srcOrd="4" destOrd="0" presId="urn:microsoft.com/office/officeart/2008/layout/LinedList"/>
    <dgm:cxn modelId="{4E51DCB4-E38C-4436-A01C-A8E46A6F3AF5}" type="presParOf" srcId="{A1288E80-5B90-4423-895F-56D16D44230F}" destId="{E554EA19-49B0-4985-B763-89390CAA65D1}" srcOrd="5" destOrd="0" presId="urn:microsoft.com/office/officeart/2008/layout/LinedList"/>
    <dgm:cxn modelId="{A3945355-06A0-4588-B69E-C63A1ABA9EA7}" type="presParOf" srcId="{E554EA19-49B0-4985-B763-89390CAA65D1}" destId="{11A643AF-2153-4B11-86D3-49E31D6F5CF0}" srcOrd="0" destOrd="0" presId="urn:microsoft.com/office/officeart/2008/layout/LinedList"/>
    <dgm:cxn modelId="{E81A0C98-52A9-4B74-B54B-BD2FD0B2A4E5}" type="presParOf" srcId="{E554EA19-49B0-4985-B763-89390CAA65D1}" destId="{57DC656C-E6C9-4FDA-AAEF-13BD3114DCD8}" srcOrd="1" destOrd="0" presId="urn:microsoft.com/office/officeart/2008/layout/LinedList"/>
    <dgm:cxn modelId="{1D0A21B9-36ED-47CD-868F-53829743918A}" type="presParOf" srcId="{A1288E80-5B90-4423-895F-56D16D44230F}" destId="{928D4541-339A-40EA-84AA-261AFD8B7DFA}" srcOrd="6" destOrd="0" presId="urn:microsoft.com/office/officeart/2008/layout/LinedList"/>
    <dgm:cxn modelId="{DEBFB13C-ADEB-4F32-8323-BCFC83B061F7}" type="presParOf" srcId="{A1288E80-5B90-4423-895F-56D16D44230F}" destId="{1E7E5050-011D-4C4F-9D73-87EF18D5F479}" srcOrd="7" destOrd="0" presId="urn:microsoft.com/office/officeart/2008/layout/LinedList"/>
    <dgm:cxn modelId="{F5364BF5-1DE4-4D6B-994D-1E1AF206F540}" type="presParOf" srcId="{1E7E5050-011D-4C4F-9D73-87EF18D5F479}" destId="{07F32712-17AC-42D9-A05C-5DB0DD4DDF16}" srcOrd="0" destOrd="0" presId="urn:microsoft.com/office/officeart/2008/layout/LinedList"/>
    <dgm:cxn modelId="{F94D0554-C469-4852-A7AF-3B16696AACBB}" type="presParOf" srcId="{1E7E5050-011D-4C4F-9D73-87EF18D5F479}" destId="{84DEFEBA-D905-4830-8076-FB316EA8C9CD}" srcOrd="1" destOrd="0" presId="urn:microsoft.com/office/officeart/2008/layout/LinedList"/>
    <dgm:cxn modelId="{DCF0C7D2-269A-4F49-AF32-5896779C2A37}" type="presParOf" srcId="{A1288E80-5B90-4423-895F-56D16D44230F}" destId="{1F36AB6B-4939-4060-8FFE-35B3A248F01D}" srcOrd="8" destOrd="0" presId="urn:microsoft.com/office/officeart/2008/layout/LinedList"/>
    <dgm:cxn modelId="{EE112345-1D18-43F2-91E9-E71C268B39FE}" type="presParOf" srcId="{A1288E80-5B90-4423-895F-56D16D44230F}" destId="{6CEC1561-A4D4-411A-9376-74B5B0052122}" srcOrd="9" destOrd="0" presId="urn:microsoft.com/office/officeart/2008/layout/LinedList"/>
    <dgm:cxn modelId="{2F1BF727-DFE4-484E-89B6-B9674BA205C0}" type="presParOf" srcId="{6CEC1561-A4D4-411A-9376-74B5B0052122}" destId="{95190936-D9E7-4AD9-9CA7-85616AFD667E}" srcOrd="0" destOrd="0" presId="urn:microsoft.com/office/officeart/2008/layout/LinedList"/>
    <dgm:cxn modelId="{88279B83-877F-49A9-A73D-17FA119514C6}" type="presParOf" srcId="{6CEC1561-A4D4-411A-9376-74B5B0052122}" destId="{A38DC659-54A9-4279-83ED-53663EAF00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E1EEB9-0AC6-4F8E-B518-C5082AF093BD}" type="doc">
      <dgm:prSet loTypeId="urn:microsoft.com/office/officeart/2016/7/layout/LinearArrowProcessNumbered" loCatId="process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FE3A081-2F84-49FE-95AB-13CBB54A9C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 a </a:t>
          </a:r>
          <a:r>
            <a:rPr lang="en-US" b="1"/>
            <a:t>normalized PostgreSQL database</a:t>
          </a:r>
          <a:endParaRPr lang="en-US"/>
        </a:p>
      </dgm:t>
    </dgm:pt>
    <dgm:pt modelId="{E3458C71-19FF-4F5C-BD0B-A959245AC335}" type="parTrans" cxnId="{BC289A14-A5CA-42B8-83FD-EC0F3A72C8D6}">
      <dgm:prSet/>
      <dgm:spPr/>
      <dgm:t>
        <a:bodyPr/>
        <a:lstStyle/>
        <a:p>
          <a:endParaRPr lang="en-US"/>
        </a:p>
      </dgm:t>
    </dgm:pt>
    <dgm:pt modelId="{284283C0-FF5F-46E3-908A-D529BCC77AA0}" type="sibTrans" cxnId="{BC289A14-A5CA-42B8-83FD-EC0F3A72C8D6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1504606E-792E-48FD-A09F-8CAE7A91D1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Develop </a:t>
          </a:r>
          <a:r>
            <a:rPr lang="en-US" b="1"/>
            <a:t>OOP backend with inheritance and encapsulation</a:t>
          </a:r>
          <a:endParaRPr lang="en-US"/>
        </a:p>
      </dgm:t>
    </dgm:pt>
    <dgm:pt modelId="{A41B07BA-1407-4D72-8A39-3410269261F2}" type="parTrans" cxnId="{CAA67133-731F-48C0-A4C3-620E9C6D2817}">
      <dgm:prSet/>
      <dgm:spPr/>
      <dgm:t>
        <a:bodyPr/>
        <a:lstStyle/>
        <a:p>
          <a:endParaRPr lang="en-US"/>
        </a:p>
      </dgm:t>
    </dgm:pt>
    <dgm:pt modelId="{63EC0A0F-DA36-4B73-9624-CAE5F421C7C7}" type="sibTrans" cxnId="{CAA67133-731F-48C0-A4C3-620E9C6D2817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F8E4212C-1BE5-43E4-B369-D355883F2C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Implement </a:t>
          </a:r>
          <a:r>
            <a:rPr lang="en-US" b="1"/>
            <a:t>CRUD with psycopg2</a:t>
          </a:r>
          <a:endParaRPr lang="en-US"/>
        </a:p>
      </dgm:t>
    </dgm:pt>
    <dgm:pt modelId="{38F7AC63-AA9F-41F6-B8CF-A3FF9A9AEBA8}" type="parTrans" cxnId="{01D943E3-5253-4394-BA9D-3E60596222D0}">
      <dgm:prSet/>
      <dgm:spPr/>
      <dgm:t>
        <a:bodyPr/>
        <a:lstStyle/>
        <a:p>
          <a:endParaRPr lang="en-US"/>
        </a:p>
      </dgm:t>
    </dgm:pt>
    <dgm:pt modelId="{22D7446D-E5A4-418D-84C7-441A02EDCFAF}" type="sibTrans" cxnId="{01D943E3-5253-4394-BA9D-3E60596222D0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877A8C80-24D9-4580-9D5B-6BA88C6F32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Enforce </a:t>
          </a:r>
          <a:r>
            <a:rPr lang="en-US" b="1"/>
            <a:t>business rules</a:t>
          </a:r>
          <a:endParaRPr lang="en-US"/>
        </a:p>
      </dgm:t>
    </dgm:pt>
    <dgm:pt modelId="{A419C81D-DFCB-4CA4-B778-456A67F10F36}" type="parTrans" cxnId="{E85F6898-5C72-44BB-BA87-6E730BB23CC5}">
      <dgm:prSet/>
      <dgm:spPr/>
      <dgm:t>
        <a:bodyPr/>
        <a:lstStyle/>
        <a:p>
          <a:endParaRPr lang="en-US"/>
        </a:p>
      </dgm:t>
    </dgm:pt>
    <dgm:pt modelId="{315902D9-5BD7-49B2-BEFF-EEF9E11930BA}" type="sibTrans" cxnId="{E85F6898-5C72-44BB-BA87-6E730BB23CC5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319AA5C3-BAA9-4708-8AA1-FFD82437FD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Provide </a:t>
          </a:r>
          <a:r>
            <a:rPr lang="en-US" b="1"/>
            <a:t>role-based access</a:t>
          </a:r>
          <a:r>
            <a:rPr lang="en-US"/>
            <a:t> (Librarian vs Member)</a:t>
          </a:r>
        </a:p>
      </dgm:t>
    </dgm:pt>
    <dgm:pt modelId="{DFAB5410-4A71-467D-87AE-0899557B4B90}" type="parTrans" cxnId="{6A71DDF7-185D-4F27-AD48-85679002692D}">
      <dgm:prSet/>
      <dgm:spPr/>
      <dgm:t>
        <a:bodyPr/>
        <a:lstStyle/>
        <a:p>
          <a:endParaRPr lang="en-US"/>
        </a:p>
      </dgm:t>
    </dgm:pt>
    <dgm:pt modelId="{4DA04D97-186C-4FB9-AB2B-277BE3713425}" type="sibTrans" cxnId="{6A71DDF7-185D-4F27-AD48-85679002692D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855928EB-32D3-4719-A900-FC9C0E2E9054}" type="pres">
      <dgm:prSet presAssocID="{D3E1EEB9-0AC6-4F8E-B518-C5082AF093BD}" presName="linearFlow" presStyleCnt="0">
        <dgm:presLayoutVars>
          <dgm:dir/>
          <dgm:animLvl val="lvl"/>
          <dgm:resizeHandles val="exact"/>
        </dgm:presLayoutVars>
      </dgm:prSet>
      <dgm:spPr/>
    </dgm:pt>
    <dgm:pt modelId="{45BC7DC6-C8FD-4492-B4AE-F018E8897563}" type="pres">
      <dgm:prSet presAssocID="{9FE3A081-2F84-49FE-95AB-13CBB54A9C90}" presName="compositeNode" presStyleCnt="0"/>
      <dgm:spPr/>
    </dgm:pt>
    <dgm:pt modelId="{CCECED86-E4C3-49DC-89A3-B4A3C0BB3F4E}" type="pres">
      <dgm:prSet presAssocID="{9FE3A081-2F84-49FE-95AB-13CBB54A9C9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1BEE084-1FFE-4414-8C41-23150F15B8FC}" type="pres">
      <dgm:prSet presAssocID="{9FE3A081-2F84-49FE-95AB-13CBB54A9C90}" presName="parSh" presStyleCnt="0"/>
      <dgm:spPr/>
    </dgm:pt>
    <dgm:pt modelId="{CB50BB17-2830-49A3-AD63-0F59ACFDD059}" type="pres">
      <dgm:prSet presAssocID="{9FE3A081-2F84-49FE-95AB-13CBB54A9C90}" presName="lineNode" presStyleLbl="alignAccFollowNode1" presStyleIdx="0" presStyleCnt="15"/>
      <dgm:spPr/>
    </dgm:pt>
    <dgm:pt modelId="{02E8E4ED-B170-497C-945A-5BE5AAA74E32}" type="pres">
      <dgm:prSet presAssocID="{9FE3A081-2F84-49FE-95AB-13CBB54A9C90}" presName="lineArrowNode" presStyleLbl="alignAccFollowNode1" presStyleIdx="1" presStyleCnt="15"/>
      <dgm:spPr/>
    </dgm:pt>
    <dgm:pt modelId="{B7C7DBCC-E17D-4AA6-81EE-B02D1A7A69AD}" type="pres">
      <dgm:prSet presAssocID="{284283C0-FF5F-46E3-908A-D529BCC77AA0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F9DA3D6F-1611-4B8F-A63F-7F3BB33D5B48}" type="pres">
      <dgm:prSet presAssocID="{284283C0-FF5F-46E3-908A-D529BCC77AA0}" presName="spacerBetweenCircleAndCallout" presStyleCnt="0">
        <dgm:presLayoutVars/>
      </dgm:prSet>
      <dgm:spPr/>
    </dgm:pt>
    <dgm:pt modelId="{2EC21AC2-2C72-4B4B-B03E-CA241888E255}" type="pres">
      <dgm:prSet presAssocID="{9FE3A081-2F84-49FE-95AB-13CBB54A9C90}" presName="nodeText" presStyleLbl="alignAccFollowNode1" presStyleIdx="2" presStyleCnt="15">
        <dgm:presLayoutVars>
          <dgm:bulletEnabled val="1"/>
        </dgm:presLayoutVars>
      </dgm:prSet>
      <dgm:spPr/>
    </dgm:pt>
    <dgm:pt modelId="{343A5699-E8C8-4CED-8697-6444A7F3FD54}" type="pres">
      <dgm:prSet presAssocID="{284283C0-FF5F-46E3-908A-D529BCC77AA0}" presName="sibTransComposite" presStyleCnt="0"/>
      <dgm:spPr/>
    </dgm:pt>
    <dgm:pt modelId="{4879CCD9-9BBC-49C8-8FEA-1ACB09F6C99E}" type="pres">
      <dgm:prSet presAssocID="{1504606E-792E-48FD-A09F-8CAE7A91D1EC}" presName="compositeNode" presStyleCnt="0"/>
      <dgm:spPr/>
    </dgm:pt>
    <dgm:pt modelId="{D62BD91A-CDA9-4C54-ADE1-C81DF6F371B5}" type="pres">
      <dgm:prSet presAssocID="{1504606E-792E-48FD-A09F-8CAE7A91D1E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949F248-ADDB-41B6-AC9C-89F733EE0E11}" type="pres">
      <dgm:prSet presAssocID="{1504606E-792E-48FD-A09F-8CAE7A91D1EC}" presName="parSh" presStyleCnt="0"/>
      <dgm:spPr/>
    </dgm:pt>
    <dgm:pt modelId="{7D56AB54-7558-4B9A-AE17-ABC543F5C1E9}" type="pres">
      <dgm:prSet presAssocID="{1504606E-792E-48FD-A09F-8CAE7A91D1EC}" presName="lineNode" presStyleLbl="alignAccFollowNode1" presStyleIdx="3" presStyleCnt="15"/>
      <dgm:spPr/>
    </dgm:pt>
    <dgm:pt modelId="{2F9928B9-5B88-4E7B-90C4-4603E47E3B28}" type="pres">
      <dgm:prSet presAssocID="{1504606E-792E-48FD-A09F-8CAE7A91D1EC}" presName="lineArrowNode" presStyleLbl="alignAccFollowNode1" presStyleIdx="4" presStyleCnt="15"/>
      <dgm:spPr/>
    </dgm:pt>
    <dgm:pt modelId="{9095A2A3-8408-4F4D-84DD-92BE3252BA29}" type="pres">
      <dgm:prSet presAssocID="{63EC0A0F-DA36-4B73-9624-CAE5F421C7C7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4653B970-928B-4946-B02B-9D3EFFEC3D3A}" type="pres">
      <dgm:prSet presAssocID="{63EC0A0F-DA36-4B73-9624-CAE5F421C7C7}" presName="spacerBetweenCircleAndCallout" presStyleCnt="0">
        <dgm:presLayoutVars/>
      </dgm:prSet>
      <dgm:spPr/>
    </dgm:pt>
    <dgm:pt modelId="{1873C029-3850-41EF-BFF8-C94F4B60EA50}" type="pres">
      <dgm:prSet presAssocID="{1504606E-792E-48FD-A09F-8CAE7A91D1EC}" presName="nodeText" presStyleLbl="alignAccFollowNode1" presStyleIdx="5" presStyleCnt="15">
        <dgm:presLayoutVars>
          <dgm:bulletEnabled val="1"/>
        </dgm:presLayoutVars>
      </dgm:prSet>
      <dgm:spPr/>
    </dgm:pt>
    <dgm:pt modelId="{527682DF-EEE3-4265-BB19-7E430FC4ED29}" type="pres">
      <dgm:prSet presAssocID="{63EC0A0F-DA36-4B73-9624-CAE5F421C7C7}" presName="sibTransComposite" presStyleCnt="0"/>
      <dgm:spPr/>
    </dgm:pt>
    <dgm:pt modelId="{E37C2D44-CE3D-4F3E-A044-4F32D68F1B22}" type="pres">
      <dgm:prSet presAssocID="{F8E4212C-1BE5-43E4-B369-D355883F2C2E}" presName="compositeNode" presStyleCnt="0"/>
      <dgm:spPr/>
    </dgm:pt>
    <dgm:pt modelId="{DC239908-0A33-4A6C-B6B5-C9A3ADD3A156}" type="pres">
      <dgm:prSet presAssocID="{F8E4212C-1BE5-43E4-B369-D355883F2C2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FCCDC1B-9E71-4EDE-89AD-DEC094CE3B22}" type="pres">
      <dgm:prSet presAssocID="{F8E4212C-1BE5-43E4-B369-D355883F2C2E}" presName="parSh" presStyleCnt="0"/>
      <dgm:spPr/>
    </dgm:pt>
    <dgm:pt modelId="{D603D74D-A2C5-4542-98BB-E431F9ECEFAB}" type="pres">
      <dgm:prSet presAssocID="{F8E4212C-1BE5-43E4-B369-D355883F2C2E}" presName="lineNode" presStyleLbl="alignAccFollowNode1" presStyleIdx="6" presStyleCnt="15"/>
      <dgm:spPr/>
    </dgm:pt>
    <dgm:pt modelId="{D813B4A0-0064-428F-AE31-9906364CBE76}" type="pres">
      <dgm:prSet presAssocID="{F8E4212C-1BE5-43E4-B369-D355883F2C2E}" presName="lineArrowNode" presStyleLbl="alignAccFollowNode1" presStyleIdx="7" presStyleCnt="15"/>
      <dgm:spPr/>
    </dgm:pt>
    <dgm:pt modelId="{C2CBBE56-4A41-4979-91C8-E2D5D4A75B21}" type="pres">
      <dgm:prSet presAssocID="{22D7446D-E5A4-418D-84C7-441A02EDCFAF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327C92F4-DE6D-42CE-9641-43E87CF2D54C}" type="pres">
      <dgm:prSet presAssocID="{22D7446D-E5A4-418D-84C7-441A02EDCFAF}" presName="spacerBetweenCircleAndCallout" presStyleCnt="0">
        <dgm:presLayoutVars/>
      </dgm:prSet>
      <dgm:spPr/>
    </dgm:pt>
    <dgm:pt modelId="{74F36ADF-2474-46DE-8389-7D3ED1E08965}" type="pres">
      <dgm:prSet presAssocID="{F8E4212C-1BE5-43E4-B369-D355883F2C2E}" presName="nodeText" presStyleLbl="alignAccFollowNode1" presStyleIdx="8" presStyleCnt="15">
        <dgm:presLayoutVars>
          <dgm:bulletEnabled val="1"/>
        </dgm:presLayoutVars>
      </dgm:prSet>
      <dgm:spPr/>
    </dgm:pt>
    <dgm:pt modelId="{A3977B72-6DAF-4A98-8956-0D33C65EBE0A}" type="pres">
      <dgm:prSet presAssocID="{22D7446D-E5A4-418D-84C7-441A02EDCFAF}" presName="sibTransComposite" presStyleCnt="0"/>
      <dgm:spPr/>
    </dgm:pt>
    <dgm:pt modelId="{92253F8F-9676-4C57-961B-647DAE3364B2}" type="pres">
      <dgm:prSet presAssocID="{877A8C80-24D9-4580-9D5B-6BA88C6F326D}" presName="compositeNode" presStyleCnt="0"/>
      <dgm:spPr/>
    </dgm:pt>
    <dgm:pt modelId="{D3C6180A-5421-4A03-B759-B0EA708F8197}" type="pres">
      <dgm:prSet presAssocID="{877A8C80-24D9-4580-9D5B-6BA88C6F326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34FED2F-B70A-4F7B-90BC-610A1178E10C}" type="pres">
      <dgm:prSet presAssocID="{877A8C80-24D9-4580-9D5B-6BA88C6F326D}" presName="parSh" presStyleCnt="0"/>
      <dgm:spPr/>
    </dgm:pt>
    <dgm:pt modelId="{3B5FAD3C-5E74-443A-9510-FE7F61CD4BA8}" type="pres">
      <dgm:prSet presAssocID="{877A8C80-24D9-4580-9D5B-6BA88C6F326D}" presName="lineNode" presStyleLbl="alignAccFollowNode1" presStyleIdx="9" presStyleCnt="15"/>
      <dgm:spPr/>
    </dgm:pt>
    <dgm:pt modelId="{7293F45E-20C7-4EFE-847F-60FEE98389C1}" type="pres">
      <dgm:prSet presAssocID="{877A8C80-24D9-4580-9D5B-6BA88C6F326D}" presName="lineArrowNode" presStyleLbl="alignAccFollowNode1" presStyleIdx="10" presStyleCnt="15"/>
      <dgm:spPr/>
    </dgm:pt>
    <dgm:pt modelId="{10B5C441-F089-40CA-87C2-7036C1054F36}" type="pres">
      <dgm:prSet presAssocID="{315902D9-5BD7-49B2-BEFF-EEF9E11930BA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74DC6837-DFDA-4209-A852-8A3E68A606C4}" type="pres">
      <dgm:prSet presAssocID="{315902D9-5BD7-49B2-BEFF-EEF9E11930BA}" presName="spacerBetweenCircleAndCallout" presStyleCnt="0">
        <dgm:presLayoutVars/>
      </dgm:prSet>
      <dgm:spPr/>
    </dgm:pt>
    <dgm:pt modelId="{31CB75D7-6D68-48A2-B9AC-45B4B663AF79}" type="pres">
      <dgm:prSet presAssocID="{877A8C80-24D9-4580-9D5B-6BA88C6F326D}" presName="nodeText" presStyleLbl="alignAccFollowNode1" presStyleIdx="11" presStyleCnt="15">
        <dgm:presLayoutVars>
          <dgm:bulletEnabled val="1"/>
        </dgm:presLayoutVars>
      </dgm:prSet>
      <dgm:spPr/>
    </dgm:pt>
    <dgm:pt modelId="{B732E65E-7ACB-4B87-9170-5E073130AF46}" type="pres">
      <dgm:prSet presAssocID="{315902D9-5BD7-49B2-BEFF-EEF9E11930BA}" presName="sibTransComposite" presStyleCnt="0"/>
      <dgm:spPr/>
    </dgm:pt>
    <dgm:pt modelId="{2296712C-ACAC-4117-ABF9-BCE70B024B6E}" type="pres">
      <dgm:prSet presAssocID="{319AA5C3-BAA9-4708-8AA1-FFD82437FDF7}" presName="compositeNode" presStyleCnt="0"/>
      <dgm:spPr/>
    </dgm:pt>
    <dgm:pt modelId="{6B15BD4A-B914-4A7B-AB05-EE28400F27D2}" type="pres">
      <dgm:prSet presAssocID="{319AA5C3-BAA9-4708-8AA1-FFD82437FDF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97D0463-FC17-4365-A2DF-B72E91C88ABE}" type="pres">
      <dgm:prSet presAssocID="{319AA5C3-BAA9-4708-8AA1-FFD82437FDF7}" presName="parSh" presStyleCnt="0"/>
      <dgm:spPr/>
    </dgm:pt>
    <dgm:pt modelId="{E7602BF4-C3C5-4B0F-AA18-1A6D2D7B24C0}" type="pres">
      <dgm:prSet presAssocID="{319AA5C3-BAA9-4708-8AA1-FFD82437FDF7}" presName="lineNode" presStyleLbl="alignAccFollowNode1" presStyleIdx="12" presStyleCnt="15"/>
      <dgm:spPr/>
    </dgm:pt>
    <dgm:pt modelId="{1DCF2014-C39E-471B-8028-ECDB4C0DB410}" type="pres">
      <dgm:prSet presAssocID="{319AA5C3-BAA9-4708-8AA1-FFD82437FDF7}" presName="lineArrowNode" presStyleLbl="alignAccFollowNode1" presStyleIdx="13" presStyleCnt="15"/>
      <dgm:spPr/>
    </dgm:pt>
    <dgm:pt modelId="{D4291D6F-27AB-4221-AD5A-707451BCAE4F}" type="pres">
      <dgm:prSet presAssocID="{4DA04D97-186C-4FB9-AB2B-277BE3713425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20E4504D-549A-4E4A-8572-FE47E8405319}" type="pres">
      <dgm:prSet presAssocID="{4DA04D97-186C-4FB9-AB2B-277BE3713425}" presName="spacerBetweenCircleAndCallout" presStyleCnt="0">
        <dgm:presLayoutVars/>
      </dgm:prSet>
      <dgm:spPr/>
    </dgm:pt>
    <dgm:pt modelId="{FCB4DF8E-2ADA-42FB-BFF2-E2BF81F8D404}" type="pres">
      <dgm:prSet presAssocID="{319AA5C3-BAA9-4708-8AA1-FFD82437FDF7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4D513606-009E-4202-85F4-03F76274FB46}" type="presOf" srcId="{4DA04D97-186C-4FB9-AB2B-277BE3713425}" destId="{D4291D6F-27AB-4221-AD5A-707451BCAE4F}" srcOrd="0" destOrd="0" presId="urn:microsoft.com/office/officeart/2016/7/layout/LinearArrowProcessNumbered"/>
    <dgm:cxn modelId="{A6DF1809-7636-498E-869C-993423F7569B}" type="presOf" srcId="{877A8C80-24D9-4580-9D5B-6BA88C6F326D}" destId="{31CB75D7-6D68-48A2-B9AC-45B4B663AF79}" srcOrd="0" destOrd="0" presId="urn:microsoft.com/office/officeart/2016/7/layout/LinearArrowProcessNumbered"/>
    <dgm:cxn modelId="{BC289A14-A5CA-42B8-83FD-EC0F3A72C8D6}" srcId="{D3E1EEB9-0AC6-4F8E-B518-C5082AF093BD}" destId="{9FE3A081-2F84-49FE-95AB-13CBB54A9C90}" srcOrd="0" destOrd="0" parTransId="{E3458C71-19FF-4F5C-BD0B-A959245AC335}" sibTransId="{284283C0-FF5F-46E3-908A-D529BCC77AA0}"/>
    <dgm:cxn modelId="{C877EE31-F465-4578-B01B-77D2B82CABED}" type="presOf" srcId="{315902D9-5BD7-49B2-BEFF-EEF9E11930BA}" destId="{10B5C441-F089-40CA-87C2-7036C1054F36}" srcOrd="0" destOrd="0" presId="urn:microsoft.com/office/officeart/2016/7/layout/LinearArrowProcessNumbered"/>
    <dgm:cxn modelId="{CAA67133-731F-48C0-A4C3-620E9C6D2817}" srcId="{D3E1EEB9-0AC6-4F8E-B518-C5082AF093BD}" destId="{1504606E-792E-48FD-A09F-8CAE7A91D1EC}" srcOrd="1" destOrd="0" parTransId="{A41B07BA-1407-4D72-8A39-3410269261F2}" sibTransId="{63EC0A0F-DA36-4B73-9624-CAE5F421C7C7}"/>
    <dgm:cxn modelId="{55C22072-DB91-485F-B0ED-10C69BC97016}" type="presOf" srcId="{9FE3A081-2F84-49FE-95AB-13CBB54A9C90}" destId="{2EC21AC2-2C72-4B4B-B03E-CA241888E255}" srcOrd="0" destOrd="0" presId="urn:microsoft.com/office/officeart/2016/7/layout/LinearArrowProcessNumbered"/>
    <dgm:cxn modelId="{7A44367D-6FFE-4E90-8A29-F63E6490ACBA}" type="presOf" srcId="{1504606E-792E-48FD-A09F-8CAE7A91D1EC}" destId="{1873C029-3850-41EF-BFF8-C94F4B60EA50}" srcOrd="0" destOrd="0" presId="urn:microsoft.com/office/officeart/2016/7/layout/LinearArrowProcessNumbered"/>
    <dgm:cxn modelId="{E85F6898-5C72-44BB-BA87-6E730BB23CC5}" srcId="{D3E1EEB9-0AC6-4F8E-B518-C5082AF093BD}" destId="{877A8C80-24D9-4580-9D5B-6BA88C6F326D}" srcOrd="3" destOrd="0" parTransId="{A419C81D-DFCB-4CA4-B778-456A67F10F36}" sibTransId="{315902D9-5BD7-49B2-BEFF-EEF9E11930BA}"/>
    <dgm:cxn modelId="{B41A8A99-397C-40B5-BE09-EB29FB989C0C}" type="presOf" srcId="{22D7446D-E5A4-418D-84C7-441A02EDCFAF}" destId="{C2CBBE56-4A41-4979-91C8-E2D5D4A75B21}" srcOrd="0" destOrd="0" presId="urn:microsoft.com/office/officeart/2016/7/layout/LinearArrowProcessNumbered"/>
    <dgm:cxn modelId="{26E60AE3-5310-419F-B445-CB5FA289ED84}" type="presOf" srcId="{284283C0-FF5F-46E3-908A-D529BCC77AA0}" destId="{B7C7DBCC-E17D-4AA6-81EE-B02D1A7A69AD}" srcOrd="0" destOrd="0" presId="urn:microsoft.com/office/officeart/2016/7/layout/LinearArrowProcessNumbered"/>
    <dgm:cxn modelId="{01D943E3-5253-4394-BA9D-3E60596222D0}" srcId="{D3E1EEB9-0AC6-4F8E-B518-C5082AF093BD}" destId="{F8E4212C-1BE5-43E4-B369-D355883F2C2E}" srcOrd="2" destOrd="0" parTransId="{38F7AC63-AA9F-41F6-B8CF-A3FF9A9AEBA8}" sibTransId="{22D7446D-E5A4-418D-84C7-441A02EDCFAF}"/>
    <dgm:cxn modelId="{285AD4EC-9F64-4183-A294-4DA5CB3C42BB}" type="presOf" srcId="{D3E1EEB9-0AC6-4F8E-B518-C5082AF093BD}" destId="{855928EB-32D3-4719-A900-FC9C0E2E9054}" srcOrd="0" destOrd="0" presId="urn:microsoft.com/office/officeart/2016/7/layout/LinearArrowProcessNumbered"/>
    <dgm:cxn modelId="{45C8EFF0-CBF0-47C4-ABE3-5FED1F6226CC}" type="presOf" srcId="{319AA5C3-BAA9-4708-8AA1-FFD82437FDF7}" destId="{FCB4DF8E-2ADA-42FB-BFF2-E2BF81F8D404}" srcOrd="0" destOrd="0" presId="urn:microsoft.com/office/officeart/2016/7/layout/LinearArrowProcessNumbered"/>
    <dgm:cxn modelId="{6A71DDF7-185D-4F27-AD48-85679002692D}" srcId="{D3E1EEB9-0AC6-4F8E-B518-C5082AF093BD}" destId="{319AA5C3-BAA9-4708-8AA1-FFD82437FDF7}" srcOrd="4" destOrd="0" parTransId="{DFAB5410-4A71-467D-87AE-0899557B4B90}" sibTransId="{4DA04D97-186C-4FB9-AB2B-277BE3713425}"/>
    <dgm:cxn modelId="{A2168BFC-EEC6-4342-94D2-8B43EC5A2BD4}" type="presOf" srcId="{63EC0A0F-DA36-4B73-9624-CAE5F421C7C7}" destId="{9095A2A3-8408-4F4D-84DD-92BE3252BA29}" srcOrd="0" destOrd="0" presId="urn:microsoft.com/office/officeart/2016/7/layout/LinearArrowProcessNumbered"/>
    <dgm:cxn modelId="{B102F1FE-32E5-4BC4-986D-63B18818CA86}" type="presOf" srcId="{F8E4212C-1BE5-43E4-B369-D355883F2C2E}" destId="{74F36ADF-2474-46DE-8389-7D3ED1E08965}" srcOrd="0" destOrd="0" presId="urn:microsoft.com/office/officeart/2016/7/layout/LinearArrowProcessNumbered"/>
    <dgm:cxn modelId="{81A2CBAD-6157-4DC9-8264-A93494FB9A3B}" type="presParOf" srcId="{855928EB-32D3-4719-A900-FC9C0E2E9054}" destId="{45BC7DC6-C8FD-4492-B4AE-F018E8897563}" srcOrd="0" destOrd="0" presId="urn:microsoft.com/office/officeart/2016/7/layout/LinearArrowProcessNumbered"/>
    <dgm:cxn modelId="{5349E9AD-BB5D-4C6C-9E0A-A2D3D21B30B1}" type="presParOf" srcId="{45BC7DC6-C8FD-4492-B4AE-F018E8897563}" destId="{CCECED86-E4C3-49DC-89A3-B4A3C0BB3F4E}" srcOrd="0" destOrd="0" presId="urn:microsoft.com/office/officeart/2016/7/layout/LinearArrowProcessNumbered"/>
    <dgm:cxn modelId="{473B674C-3C15-42F9-AF8B-F5C54E99D2C2}" type="presParOf" srcId="{45BC7DC6-C8FD-4492-B4AE-F018E8897563}" destId="{71BEE084-1FFE-4414-8C41-23150F15B8FC}" srcOrd="1" destOrd="0" presId="urn:microsoft.com/office/officeart/2016/7/layout/LinearArrowProcessNumbered"/>
    <dgm:cxn modelId="{980E5302-B5BC-4594-A527-25931FA791E3}" type="presParOf" srcId="{71BEE084-1FFE-4414-8C41-23150F15B8FC}" destId="{CB50BB17-2830-49A3-AD63-0F59ACFDD059}" srcOrd="0" destOrd="0" presId="urn:microsoft.com/office/officeart/2016/7/layout/LinearArrowProcessNumbered"/>
    <dgm:cxn modelId="{C52A6600-CF41-49D0-A424-5FA65B2A9A75}" type="presParOf" srcId="{71BEE084-1FFE-4414-8C41-23150F15B8FC}" destId="{02E8E4ED-B170-497C-945A-5BE5AAA74E32}" srcOrd="1" destOrd="0" presId="urn:microsoft.com/office/officeart/2016/7/layout/LinearArrowProcessNumbered"/>
    <dgm:cxn modelId="{B199EF42-CB37-4869-99F0-EAA798208428}" type="presParOf" srcId="{71BEE084-1FFE-4414-8C41-23150F15B8FC}" destId="{B7C7DBCC-E17D-4AA6-81EE-B02D1A7A69AD}" srcOrd="2" destOrd="0" presId="urn:microsoft.com/office/officeart/2016/7/layout/LinearArrowProcessNumbered"/>
    <dgm:cxn modelId="{590D1545-17FA-47F9-87D3-0423A936DA30}" type="presParOf" srcId="{71BEE084-1FFE-4414-8C41-23150F15B8FC}" destId="{F9DA3D6F-1611-4B8F-A63F-7F3BB33D5B48}" srcOrd="3" destOrd="0" presId="urn:microsoft.com/office/officeart/2016/7/layout/LinearArrowProcessNumbered"/>
    <dgm:cxn modelId="{9088F687-4EE9-4CC2-9887-6D2AE881A01D}" type="presParOf" srcId="{45BC7DC6-C8FD-4492-B4AE-F018E8897563}" destId="{2EC21AC2-2C72-4B4B-B03E-CA241888E255}" srcOrd="2" destOrd="0" presId="urn:microsoft.com/office/officeart/2016/7/layout/LinearArrowProcessNumbered"/>
    <dgm:cxn modelId="{6B9B8AF1-233F-46B8-A2D7-CF58339236AA}" type="presParOf" srcId="{855928EB-32D3-4719-A900-FC9C0E2E9054}" destId="{343A5699-E8C8-4CED-8697-6444A7F3FD54}" srcOrd="1" destOrd="0" presId="urn:microsoft.com/office/officeart/2016/7/layout/LinearArrowProcessNumbered"/>
    <dgm:cxn modelId="{B9F33E1A-0E8D-4BBB-8F45-463C5B3D3E6E}" type="presParOf" srcId="{855928EB-32D3-4719-A900-FC9C0E2E9054}" destId="{4879CCD9-9BBC-49C8-8FEA-1ACB09F6C99E}" srcOrd="2" destOrd="0" presId="urn:microsoft.com/office/officeart/2016/7/layout/LinearArrowProcessNumbered"/>
    <dgm:cxn modelId="{E080EAF4-F7B3-4670-93D3-583D148ED1E0}" type="presParOf" srcId="{4879CCD9-9BBC-49C8-8FEA-1ACB09F6C99E}" destId="{D62BD91A-CDA9-4C54-ADE1-C81DF6F371B5}" srcOrd="0" destOrd="0" presId="urn:microsoft.com/office/officeart/2016/7/layout/LinearArrowProcessNumbered"/>
    <dgm:cxn modelId="{2DB7B30D-4225-4C0E-B785-109529BECC84}" type="presParOf" srcId="{4879CCD9-9BBC-49C8-8FEA-1ACB09F6C99E}" destId="{F949F248-ADDB-41B6-AC9C-89F733EE0E11}" srcOrd="1" destOrd="0" presId="urn:microsoft.com/office/officeart/2016/7/layout/LinearArrowProcessNumbered"/>
    <dgm:cxn modelId="{DB7A3D04-60E6-4E51-947C-9E82003FAB38}" type="presParOf" srcId="{F949F248-ADDB-41B6-AC9C-89F733EE0E11}" destId="{7D56AB54-7558-4B9A-AE17-ABC543F5C1E9}" srcOrd="0" destOrd="0" presId="urn:microsoft.com/office/officeart/2016/7/layout/LinearArrowProcessNumbered"/>
    <dgm:cxn modelId="{9EEB31DB-7E56-4AC8-9960-8753C6FB892A}" type="presParOf" srcId="{F949F248-ADDB-41B6-AC9C-89F733EE0E11}" destId="{2F9928B9-5B88-4E7B-90C4-4603E47E3B28}" srcOrd="1" destOrd="0" presId="urn:microsoft.com/office/officeart/2016/7/layout/LinearArrowProcessNumbered"/>
    <dgm:cxn modelId="{72BC6829-2346-4136-9E95-9F0CBD7490CA}" type="presParOf" srcId="{F949F248-ADDB-41B6-AC9C-89F733EE0E11}" destId="{9095A2A3-8408-4F4D-84DD-92BE3252BA29}" srcOrd="2" destOrd="0" presId="urn:microsoft.com/office/officeart/2016/7/layout/LinearArrowProcessNumbered"/>
    <dgm:cxn modelId="{3B5344E2-3E76-46D6-985A-9E7E19E11E18}" type="presParOf" srcId="{F949F248-ADDB-41B6-AC9C-89F733EE0E11}" destId="{4653B970-928B-4946-B02B-9D3EFFEC3D3A}" srcOrd="3" destOrd="0" presId="urn:microsoft.com/office/officeart/2016/7/layout/LinearArrowProcessNumbered"/>
    <dgm:cxn modelId="{681F1459-D80F-4118-8947-0FB527E1D742}" type="presParOf" srcId="{4879CCD9-9BBC-49C8-8FEA-1ACB09F6C99E}" destId="{1873C029-3850-41EF-BFF8-C94F4B60EA50}" srcOrd="2" destOrd="0" presId="urn:microsoft.com/office/officeart/2016/7/layout/LinearArrowProcessNumbered"/>
    <dgm:cxn modelId="{C378526F-6AE4-42BC-A9B6-E5D91467EB8E}" type="presParOf" srcId="{855928EB-32D3-4719-A900-FC9C0E2E9054}" destId="{527682DF-EEE3-4265-BB19-7E430FC4ED29}" srcOrd="3" destOrd="0" presId="urn:microsoft.com/office/officeart/2016/7/layout/LinearArrowProcessNumbered"/>
    <dgm:cxn modelId="{3FEB96EF-75E4-41DF-B1A4-85E1655969B6}" type="presParOf" srcId="{855928EB-32D3-4719-A900-FC9C0E2E9054}" destId="{E37C2D44-CE3D-4F3E-A044-4F32D68F1B22}" srcOrd="4" destOrd="0" presId="urn:microsoft.com/office/officeart/2016/7/layout/LinearArrowProcessNumbered"/>
    <dgm:cxn modelId="{6B401978-F4D5-4866-8406-D2055F26663E}" type="presParOf" srcId="{E37C2D44-CE3D-4F3E-A044-4F32D68F1B22}" destId="{DC239908-0A33-4A6C-B6B5-C9A3ADD3A156}" srcOrd="0" destOrd="0" presId="urn:microsoft.com/office/officeart/2016/7/layout/LinearArrowProcessNumbered"/>
    <dgm:cxn modelId="{C9CE4EC9-8906-45CA-BF7E-D421F709CCEB}" type="presParOf" srcId="{E37C2D44-CE3D-4F3E-A044-4F32D68F1B22}" destId="{8FCCDC1B-9E71-4EDE-89AD-DEC094CE3B22}" srcOrd="1" destOrd="0" presId="urn:microsoft.com/office/officeart/2016/7/layout/LinearArrowProcessNumbered"/>
    <dgm:cxn modelId="{48D9B086-B661-4462-A2FC-416419F52B23}" type="presParOf" srcId="{8FCCDC1B-9E71-4EDE-89AD-DEC094CE3B22}" destId="{D603D74D-A2C5-4542-98BB-E431F9ECEFAB}" srcOrd="0" destOrd="0" presId="urn:microsoft.com/office/officeart/2016/7/layout/LinearArrowProcessNumbered"/>
    <dgm:cxn modelId="{ABA5246A-68E0-4AA5-BA11-695EF08D2C58}" type="presParOf" srcId="{8FCCDC1B-9E71-4EDE-89AD-DEC094CE3B22}" destId="{D813B4A0-0064-428F-AE31-9906364CBE76}" srcOrd="1" destOrd="0" presId="urn:microsoft.com/office/officeart/2016/7/layout/LinearArrowProcessNumbered"/>
    <dgm:cxn modelId="{342C46B6-8B59-4104-BEE4-5A2E9A349351}" type="presParOf" srcId="{8FCCDC1B-9E71-4EDE-89AD-DEC094CE3B22}" destId="{C2CBBE56-4A41-4979-91C8-E2D5D4A75B21}" srcOrd="2" destOrd="0" presId="urn:microsoft.com/office/officeart/2016/7/layout/LinearArrowProcessNumbered"/>
    <dgm:cxn modelId="{19F568A9-4A66-4A8A-A698-1716B15E0517}" type="presParOf" srcId="{8FCCDC1B-9E71-4EDE-89AD-DEC094CE3B22}" destId="{327C92F4-DE6D-42CE-9641-43E87CF2D54C}" srcOrd="3" destOrd="0" presId="urn:microsoft.com/office/officeart/2016/7/layout/LinearArrowProcessNumbered"/>
    <dgm:cxn modelId="{43F54C19-522C-4543-8610-B43A9503ADFA}" type="presParOf" srcId="{E37C2D44-CE3D-4F3E-A044-4F32D68F1B22}" destId="{74F36ADF-2474-46DE-8389-7D3ED1E08965}" srcOrd="2" destOrd="0" presId="urn:microsoft.com/office/officeart/2016/7/layout/LinearArrowProcessNumbered"/>
    <dgm:cxn modelId="{C58B876A-797C-4E5C-8905-30DB7368CA45}" type="presParOf" srcId="{855928EB-32D3-4719-A900-FC9C0E2E9054}" destId="{A3977B72-6DAF-4A98-8956-0D33C65EBE0A}" srcOrd="5" destOrd="0" presId="urn:microsoft.com/office/officeart/2016/7/layout/LinearArrowProcessNumbered"/>
    <dgm:cxn modelId="{300846BF-8D4F-4D98-AF05-D557181D02D4}" type="presParOf" srcId="{855928EB-32D3-4719-A900-FC9C0E2E9054}" destId="{92253F8F-9676-4C57-961B-647DAE3364B2}" srcOrd="6" destOrd="0" presId="urn:microsoft.com/office/officeart/2016/7/layout/LinearArrowProcessNumbered"/>
    <dgm:cxn modelId="{F3385C1C-54A6-48F3-AE38-A5317455F085}" type="presParOf" srcId="{92253F8F-9676-4C57-961B-647DAE3364B2}" destId="{D3C6180A-5421-4A03-B759-B0EA708F8197}" srcOrd="0" destOrd="0" presId="urn:microsoft.com/office/officeart/2016/7/layout/LinearArrowProcessNumbered"/>
    <dgm:cxn modelId="{6FA76B76-4655-43FF-A357-95BAE4C267AB}" type="presParOf" srcId="{92253F8F-9676-4C57-961B-647DAE3364B2}" destId="{F34FED2F-B70A-4F7B-90BC-610A1178E10C}" srcOrd="1" destOrd="0" presId="urn:microsoft.com/office/officeart/2016/7/layout/LinearArrowProcessNumbered"/>
    <dgm:cxn modelId="{5CE3BBDD-01E5-4809-BBCB-FFC22BEF65D5}" type="presParOf" srcId="{F34FED2F-B70A-4F7B-90BC-610A1178E10C}" destId="{3B5FAD3C-5E74-443A-9510-FE7F61CD4BA8}" srcOrd="0" destOrd="0" presId="urn:microsoft.com/office/officeart/2016/7/layout/LinearArrowProcessNumbered"/>
    <dgm:cxn modelId="{5869E3B2-8CB4-4853-8BC3-4D9F209C62B0}" type="presParOf" srcId="{F34FED2F-B70A-4F7B-90BC-610A1178E10C}" destId="{7293F45E-20C7-4EFE-847F-60FEE98389C1}" srcOrd="1" destOrd="0" presId="urn:microsoft.com/office/officeart/2016/7/layout/LinearArrowProcessNumbered"/>
    <dgm:cxn modelId="{0D1D8B1E-648C-4897-A1D5-8E30565042F0}" type="presParOf" srcId="{F34FED2F-B70A-4F7B-90BC-610A1178E10C}" destId="{10B5C441-F089-40CA-87C2-7036C1054F36}" srcOrd="2" destOrd="0" presId="urn:microsoft.com/office/officeart/2016/7/layout/LinearArrowProcessNumbered"/>
    <dgm:cxn modelId="{B1724252-377E-4B2E-AAD4-F7ACCAC4A69D}" type="presParOf" srcId="{F34FED2F-B70A-4F7B-90BC-610A1178E10C}" destId="{74DC6837-DFDA-4209-A852-8A3E68A606C4}" srcOrd="3" destOrd="0" presId="urn:microsoft.com/office/officeart/2016/7/layout/LinearArrowProcessNumbered"/>
    <dgm:cxn modelId="{4AC6B5D7-8B58-4016-80A3-C281BB7487EF}" type="presParOf" srcId="{92253F8F-9676-4C57-961B-647DAE3364B2}" destId="{31CB75D7-6D68-48A2-B9AC-45B4B663AF79}" srcOrd="2" destOrd="0" presId="urn:microsoft.com/office/officeart/2016/7/layout/LinearArrowProcessNumbered"/>
    <dgm:cxn modelId="{CB4C3B19-B3F0-4855-8992-5894B34D8E6D}" type="presParOf" srcId="{855928EB-32D3-4719-A900-FC9C0E2E9054}" destId="{B732E65E-7ACB-4B87-9170-5E073130AF46}" srcOrd="7" destOrd="0" presId="urn:microsoft.com/office/officeart/2016/7/layout/LinearArrowProcessNumbered"/>
    <dgm:cxn modelId="{ACDD89C7-F8AC-42EA-AAC8-617FD5B54098}" type="presParOf" srcId="{855928EB-32D3-4719-A900-FC9C0E2E9054}" destId="{2296712C-ACAC-4117-ABF9-BCE70B024B6E}" srcOrd="8" destOrd="0" presId="urn:microsoft.com/office/officeart/2016/7/layout/LinearArrowProcessNumbered"/>
    <dgm:cxn modelId="{61249716-90ED-4773-985B-4871DD5A7333}" type="presParOf" srcId="{2296712C-ACAC-4117-ABF9-BCE70B024B6E}" destId="{6B15BD4A-B914-4A7B-AB05-EE28400F27D2}" srcOrd="0" destOrd="0" presId="urn:microsoft.com/office/officeart/2016/7/layout/LinearArrowProcessNumbered"/>
    <dgm:cxn modelId="{7766CF51-FB3B-4EF4-BB42-209CABAD17F9}" type="presParOf" srcId="{2296712C-ACAC-4117-ABF9-BCE70B024B6E}" destId="{A97D0463-FC17-4365-A2DF-B72E91C88ABE}" srcOrd="1" destOrd="0" presId="urn:microsoft.com/office/officeart/2016/7/layout/LinearArrowProcessNumbered"/>
    <dgm:cxn modelId="{B4FB95F2-89D9-4441-8513-9689ECBE9368}" type="presParOf" srcId="{A97D0463-FC17-4365-A2DF-B72E91C88ABE}" destId="{E7602BF4-C3C5-4B0F-AA18-1A6D2D7B24C0}" srcOrd="0" destOrd="0" presId="urn:microsoft.com/office/officeart/2016/7/layout/LinearArrowProcessNumbered"/>
    <dgm:cxn modelId="{ECC5AEA1-802C-42F7-8A42-1DF8B22388CA}" type="presParOf" srcId="{A97D0463-FC17-4365-A2DF-B72E91C88ABE}" destId="{1DCF2014-C39E-471B-8028-ECDB4C0DB410}" srcOrd="1" destOrd="0" presId="urn:microsoft.com/office/officeart/2016/7/layout/LinearArrowProcessNumbered"/>
    <dgm:cxn modelId="{785224B6-E6AB-4CE9-AB21-41A855DA8F51}" type="presParOf" srcId="{A97D0463-FC17-4365-A2DF-B72E91C88ABE}" destId="{D4291D6F-27AB-4221-AD5A-707451BCAE4F}" srcOrd="2" destOrd="0" presId="urn:microsoft.com/office/officeart/2016/7/layout/LinearArrowProcessNumbered"/>
    <dgm:cxn modelId="{62414BBB-6531-43DC-ACFB-D609C8448CF0}" type="presParOf" srcId="{A97D0463-FC17-4365-A2DF-B72E91C88ABE}" destId="{20E4504D-549A-4E4A-8572-FE47E8405319}" srcOrd="3" destOrd="0" presId="urn:microsoft.com/office/officeart/2016/7/layout/LinearArrowProcessNumbered"/>
    <dgm:cxn modelId="{1FE7FEBE-184D-4976-A014-A719B7DEE9C6}" type="presParOf" srcId="{2296712C-ACAC-4117-ABF9-BCE70B024B6E}" destId="{FCB4DF8E-2ADA-42FB-BFF2-E2BF81F8D404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3A7925-4592-4340-A9E2-44E6EB67029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2692AD-3878-4977-97AD-EB80F88FE7C4}">
      <dgm:prSet/>
      <dgm:spPr/>
      <dgm:t>
        <a:bodyPr/>
        <a:lstStyle/>
        <a:p>
          <a:r>
            <a:rPr lang="en-US" b="0" i="0" baseline="0"/>
            <a:t>Python OOP models</a:t>
          </a:r>
          <a:endParaRPr lang="en-US"/>
        </a:p>
      </dgm:t>
    </dgm:pt>
    <dgm:pt modelId="{4F2C54CF-BF13-4DE0-9806-DC034B0F9629}" type="parTrans" cxnId="{3AAB7211-CCAF-4676-A39A-17C2EED5942C}">
      <dgm:prSet/>
      <dgm:spPr/>
      <dgm:t>
        <a:bodyPr/>
        <a:lstStyle/>
        <a:p>
          <a:endParaRPr lang="en-US"/>
        </a:p>
      </dgm:t>
    </dgm:pt>
    <dgm:pt modelId="{44CB7CCF-6BD2-4910-A936-130C2B591AB9}" type="sibTrans" cxnId="{3AAB7211-CCAF-4676-A39A-17C2EED5942C}">
      <dgm:prSet/>
      <dgm:spPr/>
      <dgm:t>
        <a:bodyPr/>
        <a:lstStyle/>
        <a:p>
          <a:endParaRPr lang="en-US"/>
        </a:p>
      </dgm:t>
    </dgm:pt>
    <dgm:pt modelId="{53EC5A19-7E38-4A3C-B462-CF056883E8F1}">
      <dgm:prSet/>
      <dgm:spPr/>
      <dgm:t>
        <a:bodyPr/>
        <a:lstStyle/>
        <a:p>
          <a:r>
            <a:rPr lang="en-US" b="0" i="0" baseline="0"/>
            <a:t>DAO layer for database interactions</a:t>
          </a:r>
          <a:endParaRPr lang="en-US"/>
        </a:p>
      </dgm:t>
    </dgm:pt>
    <dgm:pt modelId="{129B529D-2E3C-4186-A541-C935B9EA652D}" type="parTrans" cxnId="{202EF632-7F30-4390-8D89-49D96FC1B105}">
      <dgm:prSet/>
      <dgm:spPr/>
      <dgm:t>
        <a:bodyPr/>
        <a:lstStyle/>
        <a:p>
          <a:endParaRPr lang="en-US"/>
        </a:p>
      </dgm:t>
    </dgm:pt>
    <dgm:pt modelId="{0BDB461F-39C8-4F6A-AE1B-8BF898FF2959}" type="sibTrans" cxnId="{202EF632-7F30-4390-8D89-49D96FC1B105}">
      <dgm:prSet/>
      <dgm:spPr/>
      <dgm:t>
        <a:bodyPr/>
        <a:lstStyle/>
        <a:p>
          <a:endParaRPr lang="en-US"/>
        </a:p>
      </dgm:t>
    </dgm:pt>
    <dgm:pt modelId="{B8AE19EE-2DB4-4397-829D-038B7A79755B}">
      <dgm:prSet/>
      <dgm:spPr/>
      <dgm:t>
        <a:bodyPr/>
        <a:lstStyle/>
        <a:p>
          <a:r>
            <a:rPr lang="en-US" b="0" i="0" baseline="0"/>
            <a:t>Service layer enforcing loan rules</a:t>
          </a:r>
          <a:endParaRPr lang="en-US"/>
        </a:p>
      </dgm:t>
    </dgm:pt>
    <dgm:pt modelId="{00E6ACC3-41B5-40FD-9AFD-CB170E323236}" type="parTrans" cxnId="{6889EC09-96A8-4138-8D13-36197FA9241D}">
      <dgm:prSet/>
      <dgm:spPr/>
      <dgm:t>
        <a:bodyPr/>
        <a:lstStyle/>
        <a:p>
          <a:endParaRPr lang="en-US"/>
        </a:p>
      </dgm:t>
    </dgm:pt>
    <dgm:pt modelId="{00CDC4E5-D114-42CF-A17B-9ADBED07C6BB}" type="sibTrans" cxnId="{6889EC09-96A8-4138-8D13-36197FA9241D}">
      <dgm:prSet/>
      <dgm:spPr/>
      <dgm:t>
        <a:bodyPr/>
        <a:lstStyle/>
        <a:p>
          <a:endParaRPr lang="en-US"/>
        </a:p>
      </dgm:t>
    </dgm:pt>
    <dgm:pt modelId="{1B44D71E-90B7-4D45-ADDF-0BC39B561640}">
      <dgm:prSet/>
      <dgm:spPr/>
      <dgm:t>
        <a:bodyPr/>
        <a:lstStyle/>
        <a:p>
          <a:r>
            <a:rPr lang="en-US" b="0" i="0" baseline="0"/>
            <a:t>Modular and scalable design</a:t>
          </a:r>
          <a:endParaRPr lang="en-US"/>
        </a:p>
      </dgm:t>
    </dgm:pt>
    <dgm:pt modelId="{E0F5E4AA-7F01-4157-9336-3F3790ED1D86}" type="parTrans" cxnId="{D0936107-7BC9-4A33-B2C6-B49E74701930}">
      <dgm:prSet/>
      <dgm:spPr/>
      <dgm:t>
        <a:bodyPr/>
        <a:lstStyle/>
        <a:p>
          <a:endParaRPr lang="en-US"/>
        </a:p>
      </dgm:t>
    </dgm:pt>
    <dgm:pt modelId="{5C1C9E76-E787-4043-A416-EACCD44E6580}" type="sibTrans" cxnId="{D0936107-7BC9-4A33-B2C6-B49E74701930}">
      <dgm:prSet/>
      <dgm:spPr/>
      <dgm:t>
        <a:bodyPr/>
        <a:lstStyle/>
        <a:p>
          <a:endParaRPr lang="en-US"/>
        </a:p>
      </dgm:t>
    </dgm:pt>
    <dgm:pt modelId="{0F7B6D49-AE3B-49FF-9ED4-1AF4C67296B1}" type="pres">
      <dgm:prSet presAssocID="{4D3A7925-4592-4340-A9E2-44E6EB670298}" presName="root" presStyleCnt="0">
        <dgm:presLayoutVars>
          <dgm:dir/>
          <dgm:resizeHandles val="exact"/>
        </dgm:presLayoutVars>
      </dgm:prSet>
      <dgm:spPr/>
    </dgm:pt>
    <dgm:pt modelId="{1CCA4D39-5A0C-45A5-B9CC-471340941E34}" type="pres">
      <dgm:prSet presAssocID="{1C2692AD-3878-4977-97AD-EB80F88FE7C4}" presName="compNode" presStyleCnt="0"/>
      <dgm:spPr/>
    </dgm:pt>
    <dgm:pt modelId="{6582C46D-4866-4B7C-987E-2E393633E1C3}" type="pres">
      <dgm:prSet presAssocID="{1C2692AD-3878-4977-97AD-EB80F88FE7C4}" presName="bgRect" presStyleLbl="bgShp" presStyleIdx="0" presStyleCnt="4"/>
      <dgm:spPr/>
    </dgm:pt>
    <dgm:pt modelId="{F5EB5D2D-4E1F-486D-9FBD-EA3B64E90A99}" type="pres">
      <dgm:prSet presAssocID="{1C2692AD-3878-4977-97AD-EB80F88FE7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C17BFE9-8A55-4298-9A44-F0A613FF61EE}" type="pres">
      <dgm:prSet presAssocID="{1C2692AD-3878-4977-97AD-EB80F88FE7C4}" presName="spaceRect" presStyleCnt="0"/>
      <dgm:spPr/>
    </dgm:pt>
    <dgm:pt modelId="{775279DF-4D2D-47BD-B812-0B4C7FAEFDDD}" type="pres">
      <dgm:prSet presAssocID="{1C2692AD-3878-4977-97AD-EB80F88FE7C4}" presName="parTx" presStyleLbl="revTx" presStyleIdx="0" presStyleCnt="4">
        <dgm:presLayoutVars>
          <dgm:chMax val="0"/>
          <dgm:chPref val="0"/>
        </dgm:presLayoutVars>
      </dgm:prSet>
      <dgm:spPr/>
    </dgm:pt>
    <dgm:pt modelId="{9D5615B0-4263-436C-B3A0-E707D61A5C5A}" type="pres">
      <dgm:prSet presAssocID="{44CB7CCF-6BD2-4910-A936-130C2B591AB9}" presName="sibTrans" presStyleCnt="0"/>
      <dgm:spPr/>
    </dgm:pt>
    <dgm:pt modelId="{A52BC190-38AB-4E9E-9A4A-AC9BB65F8F6E}" type="pres">
      <dgm:prSet presAssocID="{53EC5A19-7E38-4A3C-B462-CF056883E8F1}" presName="compNode" presStyleCnt="0"/>
      <dgm:spPr/>
    </dgm:pt>
    <dgm:pt modelId="{A8B926FE-AB8B-4282-A701-51FBC5CB121B}" type="pres">
      <dgm:prSet presAssocID="{53EC5A19-7E38-4A3C-B462-CF056883E8F1}" presName="bgRect" presStyleLbl="bgShp" presStyleIdx="1" presStyleCnt="4"/>
      <dgm:spPr/>
    </dgm:pt>
    <dgm:pt modelId="{04F15FE3-D1E9-4FD8-BB2B-84E94B345A4D}" type="pres">
      <dgm:prSet presAssocID="{53EC5A19-7E38-4A3C-B462-CF056883E8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48715AA-2B14-45F3-86C9-11F2F3D4383D}" type="pres">
      <dgm:prSet presAssocID="{53EC5A19-7E38-4A3C-B462-CF056883E8F1}" presName="spaceRect" presStyleCnt="0"/>
      <dgm:spPr/>
    </dgm:pt>
    <dgm:pt modelId="{CA2F94F1-0172-4E34-BADC-5C63167E6D21}" type="pres">
      <dgm:prSet presAssocID="{53EC5A19-7E38-4A3C-B462-CF056883E8F1}" presName="parTx" presStyleLbl="revTx" presStyleIdx="1" presStyleCnt="4">
        <dgm:presLayoutVars>
          <dgm:chMax val="0"/>
          <dgm:chPref val="0"/>
        </dgm:presLayoutVars>
      </dgm:prSet>
      <dgm:spPr/>
    </dgm:pt>
    <dgm:pt modelId="{FD820026-5841-43E1-BA34-AAE0AE93461E}" type="pres">
      <dgm:prSet presAssocID="{0BDB461F-39C8-4F6A-AE1B-8BF898FF2959}" presName="sibTrans" presStyleCnt="0"/>
      <dgm:spPr/>
    </dgm:pt>
    <dgm:pt modelId="{D098E0BD-6E81-427D-AC95-567F3692F571}" type="pres">
      <dgm:prSet presAssocID="{B8AE19EE-2DB4-4397-829D-038B7A79755B}" presName="compNode" presStyleCnt="0"/>
      <dgm:spPr/>
    </dgm:pt>
    <dgm:pt modelId="{D66146CC-3551-457E-93CC-23400E1BF69C}" type="pres">
      <dgm:prSet presAssocID="{B8AE19EE-2DB4-4397-829D-038B7A79755B}" presName="bgRect" presStyleLbl="bgShp" presStyleIdx="2" presStyleCnt="4"/>
      <dgm:spPr/>
    </dgm:pt>
    <dgm:pt modelId="{BB871A73-6E3F-473E-9CF5-D259B62C5C2C}" type="pres">
      <dgm:prSet presAssocID="{B8AE19EE-2DB4-4397-829D-038B7A7975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ED443D4-9379-405A-A30E-EEC4F7912664}" type="pres">
      <dgm:prSet presAssocID="{B8AE19EE-2DB4-4397-829D-038B7A79755B}" presName="spaceRect" presStyleCnt="0"/>
      <dgm:spPr/>
    </dgm:pt>
    <dgm:pt modelId="{BD0694D7-00D7-41B2-81AA-E84634EAD818}" type="pres">
      <dgm:prSet presAssocID="{B8AE19EE-2DB4-4397-829D-038B7A79755B}" presName="parTx" presStyleLbl="revTx" presStyleIdx="2" presStyleCnt="4">
        <dgm:presLayoutVars>
          <dgm:chMax val="0"/>
          <dgm:chPref val="0"/>
        </dgm:presLayoutVars>
      </dgm:prSet>
      <dgm:spPr/>
    </dgm:pt>
    <dgm:pt modelId="{05EB4C4F-1FFC-4179-AE19-71166A995ABE}" type="pres">
      <dgm:prSet presAssocID="{00CDC4E5-D114-42CF-A17B-9ADBED07C6BB}" presName="sibTrans" presStyleCnt="0"/>
      <dgm:spPr/>
    </dgm:pt>
    <dgm:pt modelId="{823D8A14-2D7F-494C-BE47-AE28AF08B67E}" type="pres">
      <dgm:prSet presAssocID="{1B44D71E-90B7-4D45-ADDF-0BC39B561640}" presName="compNode" presStyleCnt="0"/>
      <dgm:spPr/>
    </dgm:pt>
    <dgm:pt modelId="{1202FAE4-CDE8-4C8C-BE0D-3695BBC4E4B3}" type="pres">
      <dgm:prSet presAssocID="{1B44D71E-90B7-4D45-ADDF-0BC39B561640}" presName="bgRect" presStyleLbl="bgShp" presStyleIdx="3" presStyleCnt="4"/>
      <dgm:spPr/>
    </dgm:pt>
    <dgm:pt modelId="{FCC3FD36-FC64-4D04-A545-2D681E37644F}" type="pres">
      <dgm:prSet presAssocID="{1B44D71E-90B7-4D45-ADDF-0BC39B5616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6092DD9-9B34-462D-947F-6BE5B0FF08E9}" type="pres">
      <dgm:prSet presAssocID="{1B44D71E-90B7-4D45-ADDF-0BC39B561640}" presName="spaceRect" presStyleCnt="0"/>
      <dgm:spPr/>
    </dgm:pt>
    <dgm:pt modelId="{EB0D4897-3DA2-4D7F-99D7-46566C21FA2E}" type="pres">
      <dgm:prSet presAssocID="{1B44D71E-90B7-4D45-ADDF-0BC39B56164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936107-7BC9-4A33-B2C6-B49E74701930}" srcId="{4D3A7925-4592-4340-A9E2-44E6EB670298}" destId="{1B44D71E-90B7-4D45-ADDF-0BC39B561640}" srcOrd="3" destOrd="0" parTransId="{E0F5E4AA-7F01-4157-9336-3F3790ED1D86}" sibTransId="{5C1C9E76-E787-4043-A416-EACCD44E6580}"/>
    <dgm:cxn modelId="{6889EC09-96A8-4138-8D13-36197FA9241D}" srcId="{4D3A7925-4592-4340-A9E2-44E6EB670298}" destId="{B8AE19EE-2DB4-4397-829D-038B7A79755B}" srcOrd="2" destOrd="0" parTransId="{00E6ACC3-41B5-40FD-9AFD-CB170E323236}" sibTransId="{00CDC4E5-D114-42CF-A17B-9ADBED07C6BB}"/>
    <dgm:cxn modelId="{3AAB7211-CCAF-4676-A39A-17C2EED5942C}" srcId="{4D3A7925-4592-4340-A9E2-44E6EB670298}" destId="{1C2692AD-3878-4977-97AD-EB80F88FE7C4}" srcOrd="0" destOrd="0" parTransId="{4F2C54CF-BF13-4DE0-9806-DC034B0F9629}" sibTransId="{44CB7CCF-6BD2-4910-A936-130C2B591AB9}"/>
    <dgm:cxn modelId="{202EF632-7F30-4390-8D89-49D96FC1B105}" srcId="{4D3A7925-4592-4340-A9E2-44E6EB670298}" destId="{53EC5A19-7E38-4A3C-B462-CF056883E8F1}" srcOrd="1" destOrd="0" parTransId="{129B529D-2E3C-4186-A541-C935B9EA652D}" sibTransId="{0BDB461F-39C8-4F6A-AE1B-8BF898FF2959}"/>
    <dgm:cxn modelId="{6EAB0851-C75C-4489-8108-F1A66021714A}" type="presOf" srcId="{1C2692AD-3878-4977-97AD-EB80F88FE7C4}" destId="{775279DF-4D2D-47BD-B812-0B4C7FAEFDDD}" srcOrd="0" destOrd="0" presId="urn:microsoft.com/office/officeart/2018/2/layout/IconVerticalSolidList"/>
    <dgm:cxn modelId="{E09E3B8F-B148-42F8-9E36-D29721C78516}" type="presOf" srcId="{4D3A7925-4592-4340-A9E2-44E6EB670298}" destId="{0F7B6D49-AE3B-49FF-9ED4-1AF4C67296B1}" srcOrd="0" destOrd="0" presId="urn:microsoft.com/office/officeart/2018/2/layout/IconVerticalSolidList"/>
    <dgm:cxn modelId="{5B0025B1-51CE-445C-82EF-A73ACA9E7020}" type="presOf" srcId="{B8AE19EE-2DB4-4397-829D-038B7A79755B}" destId="{BD0694D7-00D7-41B2-81AA-E84634EAD818}" srcOrd="0" destOrd="0" presId="urn:microsoft.com/office/officeart/2018/2/layout/IconVerticalSolidList"/>
    <dgm:cxn modelId="{5F3887D3-FA63-4B79-BF59-404D777AC12D}" type="presOf" srcId="{53EC5A19-7E38-4A3C-B462-CF056883E8F1}" destId="{CA2F94F1-0172-4E34-BADC-5C63167E6D21}" srcOrd="0" destOrd="0" presId="urn:microsoft.com/office/officeart/2018/2/layout/IconVerticalSolidList"/>
    <dgm:cxn modelId="{34BBF9E8-02B2-4FB3-B512-225224101473}" type="presOf" srcId="{1B44D71E-90B7-4D45-ADDF-0BC39B561640}" destId="{EB0D4897-3DA2-4D7F-99D7-46566C21FA2E}" srcOrd="0" destOrd="0" presId="urn:microsoft.com/office/officeart/2018/2/layout/IconVerticalSolidList"/>
    <dgm:cxn modelId="{6D45DA55-6A83-4F92-A7E9-06295BB9CE1B}" type="presParOf" srcId="{0F7B6D49-AE3B-49FF-9ED4-1AF4C67296B1}" destId="{1CCA4D39-5A0C-45A5-B9CC-471340941E34}" srcOrd="0" destOrd="0" presId="urn:microsoft.com/office/officeart/2018/2/layout/IconVerticalSolidList"/>
    <dgm:cxn modelId="{C7A39779-A1DA-4444-AABF-783348BED05B}" type="presParOf" srcId="{1CCA4D39-5A0C-45A5-B9CC-471340941E34}" destId="{6582C46D-4866-4B7C-987E-2E393633E1C3}" srcOrd="0" destOrd="0" presId="urn:microsoft.com/office/officeart/2018/2/layout/IconVerticalSolidList"/>
    <dgm:cxn modelId="{12FCEE02-8874-4E1D-942A-D2DC5120EB32}" type="presParOf" srcId="{1CCA4D39-5A0C-45A5-B9CC-471340941E34}" destId="{F5EB5D2D-4E1F-486D-9FBD-EA3B64E90A99}" srcOrd="1" destOrd="0" presId="urn:microsoft.com/office/officeart/2018/2/layout/IconVerticalSolidList"/>
    <dgm:cxn modelId="{D4264092-0AA9-438B-A50A-70D3A919C50A}" type="presParOf" srcId="{1CCA4D39-5A0C-45A5-B9CC-471340941E34}" destId="{4C17BFE9-8A55-4298-9A44-F0A613FF61EE}" srcOrd="2" destOrd="0" presId="urn:microsoft.com/office/officeart/2018/2/layout/IconVerticalSolidList"/>
    <dgm:cxn modelId="{98244A78-7FF4-4DA1-B248-A8D319D83E4D}" type="presParOf" srcId="{1CCA4D39-5A0C-45A5-B9CC-471340941E34}" destId="{775279DF-4D2D-47BD-B812-0B4C7FAEFDDD}" srcOrd="3" destOrd="0" presId="urn:microsoft.com/office/officeart/2018/2/layout/IconVerticalSolidList"/>
    <dgm:cxn modelId="{AC5C8B7C-3AE3-490E-B9EF-4AC00458C899}" type="presParOf" srcId="{0F7B6D49-AE3B-49FF-9ED4-1AF4C67296B1}" destId="{9D5615B0-4263-436C-B3A0-E707D61A5C5A}" srcOrd="1" destOrd="0" presId="urn:microsoft.com/office/officeart/2018/2/layout/IconVerticalSolidList"/>
    <dgm:cxn modelId="{C906470E-3EA7-4A6E-953D-D313CD5BBD34}" type="presParOf" srcId="{0F7B6D49-AE3B-49FF-9ED4-1AF4C67296B1}" destId="{A52BC190-38AB-4E9E-9A4A-AC9BB65F8F6E}" srcOrd="2" destOrd="0" presId="urn:microsoft.com/office/officeart/2018/2/layout/IconVerticalSolidList"/>
    <dgm:cxn modelId="{C2B41A6F-36E8-413E-B7FB-55E0E675F2F2}" type="presParOf" srcId="{A52BC190-38AB-4E9E-9A4A-AC9BB65F8F6E}" destId="{A8B926FE-AB8B-4282-A701-51FBC5CB121B}" srcOrd="0" destOrd="0" presId="urn:microsoft.com/office/officeart/2018/2/layout/IconVerticalSolidList"/>
    <dgm:cxn modelId="{FC4EF97D-BE40-4F4D-95E2-495678F8A545}" type="presParOf" srcId="{A52BC190-38AB-4E9E-9A4A-AC9BB65F8F6E}" destId="{04F15FE3-D1E9-4FD8-BB2B-84E94B345A4D}" srcOrd="1" destOrd="0" presId="urn:microsoft.com/office/officeart/2018/2/layout/IconVerticalSolidList"/>
    <dgm:cxn modelId="{268C4422-8167-4A5D-BA64-DD5A822CCD9D}" type="presParOf" srcId="{A52BC190-38AB-4E9E-9A4A-AC9BB65F8F6E}" destId="{F48715AA-2B14-45F3-86C9-11F2F3D4383D}" srcOrd="2" destOrd="0" presId="urn:microsoft.com/office/officeart/2018/2/layout/IconVerticalSolidList"/>
    <dgm:cxn modelId="{23806D84-CA7B-4537-BFC6-DFE798668248}" type="presParOf" srcId="{A52BC190-38AB-4E9E-9A4A-AC9BB65F8F6E}" destId="{CA2F94F1-0172-4E34-BADC-5C63167E6D21}" srcOrd="3" destOrd="0" presId="urn:microsoft.com/office/officeart/2018/2/layout/IconVerticalSolidList"/>
    <dgm:cxn modelId="{3F77D935-6747-4A4A-8DEB-B031CA94F3F5}" type="presParOf" srcId="{0F7B6D49-AE3B-49FF-9ED4-1AF4C67296B1}" destId="{FD820026-5841-43E1-BA34-AAE0AE93461E}" srcOrd="3" destOrd="0" presId="urn:microsoft.com/office/officeart/2018/2/layout/IconVerticalSolidList"/>
    <dgm:cxn modelId="{A04C6597-639C-45F6-AE4E-06F4A1FFA4E6}" type="presParOf" srcId="{0F7B6D49-AE3B-49FF-9ED4-1AF4C67296B1}" destId="{D098E0BD-6E81-427D-AC95-567F3692F571}" srcOrd="4" destOrd="0" presId="urn:microsoft.com/office/officeart/2018/2/layout/IconVerticalSolidList"/>
    <dgm:cxn modelId="{4AD8333E-BA7F-4965-A05F-7833090E5067}" type="presParOf" srcId="{D098E0BD-6E81-427D-AC95-567F3692F571}" destId="{D66146CC-3551-457E-93CC-23400E1BF69C}" srcOrd="0" destOrd="0" presId="urn:microsoft.com/office/officeart/2018/2/layout/IconVerticalSolidList"/>
    <dgm:cxn modelId="{84BF0429-63F8-469A-9A45-B5839CD6E31A}" type="presParOf" srcId="{D098E0BD-6E81-427D-AC95-567F3692F571}" destId="{BB871A73-6E3F-473E-9CF5-D259B62C5C2C}" srcOrd="1" destOrd="0" presId="urn:microsoft.com/office/officeart/2018/2/layout/IconVerticalSolidList"/>
    <dgm:cxn modelId="{8A3600A8-D1B0-450F-8655-BC1C7EEEE88D}" type="presParOf" srcId="{D098E0BD-6E81-427D-AC95-567F3692F571}" destId="{2ED443D4-9379-405A-A30E-EEC4F7912664}" srcOrd="2" destOrd="0" presId="urn:microsoft.com/office/officeart/2018/2/layout/IconVerticalSolidList"/>
    <dgm:cxn modelId="{88612B1E-4D80-49F8-9005-D0A19C0BBE83}" type="presParOf" srcId="{D098E0BD-6E81-427D-AC95-567F3692F571}" destId="{BD0694D7-00D7-41B2-81AA-E84634EAD818}" srcOrd="3" destOrd="0" presId="urn:microsoft.com/office/officeart/2018/2/layout/IconVerticalSolidList"/>
    <dgm:cxn modelId="{6B5E6C60-A50F-4BF5-A4E8-17465EFB98C9}" type="presParOf" srcId="{0F7B6D49-AE3B-49FF-9ED4-1AF4C67296B1}" destId="{05EB4C4F-1FFC-4179-AE19-71166A995ABE}" srcOrd="5" destOrd="0" presId="urn:microsoft.com/office/officeart/2018/2/layout/IconVerticalSolidList"/>
    <dgm:cxn modelId="{D0E019F7-5C62-4E55-B4C5-1AC12976FCF3}" type="presParOf" srcId="{0F7B6D49-AE3B-49FF-9ED4-1AF4C67296B1}" destId="{823D8A14-2D7F-494C-BE47-AE28AF08B67E}" srcOrd="6" destOrd="0" presId="urn:microsoft.com/office/officeart/2018/2/layout/IconVerticalSolidList"/>
    <dgm:cxn modelId="{ED8A169F-6BA1-4EAE-A247-7BDEACB2EF28}" type="presParOf" srcId="{823D8A14-2D7F-494C-BE47-AE28AF08B67E}" destId="{1202FAE4-CDE8-4C8C-BE0D-3695BBC4E4B3}" srcOrd="0" destOrd="0" presId="urn:microsoft.com/office/officeart/2018/2/layout/IconVerticalSolidList"/>
    <dgm:cxn modelId="{7C46387E-2B03-4F97-A16B-DF7884B227DE}" type="presParOf" srcId="{823D8A14-2D7F-494C-BE47-AE28AF08B67E}" destId="{FCC3FD36-FC64-4D04-A545-2D681E37644F}" srcOrd="1" destOrd="0" presId="urn:microsoft.com/office/officeart/2018/2/layout/IconVerticalSolidList"/>
    <dgm:cxn modelId="{CAF1516C-3EE1-471C-ADEF-26D102653FAE}" type="presParOf" srcId="{823D8A14-2D7F-494C-BE47-AE28AF08B67E}" destId="{36092DD9-9B34-462D-947F-6BE5B0FF08E9}" srcOrd="2" destOrd="0" presId="urn:microsoft.com/office/officeart/2018/2/layout/IconVerticalSolidList"/>
    <dgm:cxn modelId="{5EE5E26B-21E8-483C-A0AD-3DD0DDB918A2}" type="presParOf" srcId="{823D8A14-2D7F-494C-BE47-AE28AF08B67E}" destId="{EB0D4897-3DA2-4D7F-99D7-46566C21FA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5B1410-9DF6-4D25-B384-16823CB64FB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8BCB51-6987-4EDC-9962-D0920451AA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-&gt; Member/Librarian; Book, Author, Loan, BookClub classes. </a:t>
          </a:r>
        </a:p>
      </dgm:t>
    </dgm:pt>
    <dgm:pt modelId="{A4E511CA-9828-4B69-A5BA-C452165A9E37}" type="parTrans" cxnId="{E7AE31D2-09D0-47ED-B054-7D33D89283BF}">
      <dgm:prSet/>
      <dgm:spPr/>
      <dgm:t>
        <a:bodyPr/>
        <a:lstStyle/>
        <a:p>
          <a:endParaRPr lang="en-US"/>
        </a:p>
      </dgm:t>
    </dgm:pt>
    <dgm:pt modelId="{73BB42B4-88FD-4792-A97B-426A7FC5C9A4}" type="sibTrans" cxnId="{E7AE31D2-09D0-47ED-B054-7D33D89283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19C797-1CC5-4DE2-96F2-CF7FAACCE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DAOs implement persistence.</a:t>
          </a:r>
        </a:p>
      </dgm:t>
    </dgm:pt>
    <dgm:pt modelId="{C9CC609C-53AE-496E-8EC4-99B31D8EB9B1}" type="parTrans" cxnId="{1BCECCD1-4274-4B40-AC5E-F6076127F5B8}">
      <dgm:prSet/>
      <dgm:spPr/>
      <dgm:t>
        <a:bodyPr/>
        <a:lstStyle/>
        <a:p>
          <a:endParaRPr lang="en-US"/>
        </a:p>
      </dgm:t>
    </dgm:pt>
    <dgm:pt modelId="{658F9666-D6FE-45E3-A345-1A8417368AF3}" type="sibTrans" cxnId="{1BCECCD1-4274-4B40-AC5E-F6076127F5B8}">
      <dgm:prSet/>
      <dgm:spPr/>
      <dgm:t>
        <a:bodyPr/>
        <a:lstStyle/>
        <a:p>
          <a:endParaRPr lang="en-US"/>
        </a:p>
      </dgm:t>
    </dgm:pt>
    <dgm:pt modelId="{03C725AA-11DA-48C2-832A-76C2C921C85E}" type="pres">
      <dgm:prSet presAssocID="{655B1410-9DF6-4D25-B384-16823CB64FB0}" presName="root" presStyleCnt="0">
        <dgm:presLayoutVars>
          <dgm:dir/>
          <dgm:resizeHandles val="exact"/>
        </dgm:presLayoutVars>
      </dgm:prSet>
      <dgm:spPr/>
    </dgm:pt>
    <dgm:pt modelId="{955A1491-286B-4CA9-9EEF-9B344425EB6C}" type="pres">
      <dgm:prSet presAssocID="{655B1410-9DF6-4D25-B384-16823CB64FB0}" presName="container" presStyleCnt="0">
        <dgm:presLayoutVars>
          <dgm:dir/>
          <dgm:resizeHandles val="exact"/>
        </dgm:presLayoutVars>
      </dgm:prSet>
      <dgm:spPr/>
    </dgm:pt>
    <dgm:pt modelId="{D9470B1C-F62D-461F-B0F4-468EF98CAFBD}" type="pres">
      <dgm:prSet presAssocID="{358BCB51-6987-4EDC-9962-D0920451AA8E}" presName="compNode" presStyleCnt="0"/>
      <dgm:spPr/>
    </dgm:pt>
    <dgm:pt modelId="{123098DF-2DE1-44F9-83FA-4FEAD08F1022}" type="pres">
      <dgm:prSet presAssocID="{358BCB51-6987-4EDC-9962-D0920451AA8E}" presName="iconBgRect" presStyleLbl="bgShp" presStyleIdx="0" presStyleCnt="2"/>
      <dgm:spPr/>
    </dgm:pt>
    <dgm:pt modelId="{2F214CDB-5153-4113-9505-D6DE464120C5}" type="pres">
      <dgm:prSet presAssocID="{358BCB51-6987-4EDC-9962-D0920451AA8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E10E248-372C-4D6A-AA5C-1057EF7278CF}" type="pres">
      <dgm:prSet presAssocID="{358BCB51-6987-4EDC-9962-D0920451AA8E}" presName="spaceRect" presStyleCnt="0"/>
      <dgm:spPr/>
    </dgm:pt>
    <dgm:pt modelId="{F9B3D5B4-3758-4F17-8D2E-80F92243E018}" type="pres">
      <dgm:prSet presAssocID="{358BCB51-6987-4EDC-9962-D0920451AA8E}" presName="textRect" presStyleLbl="revTx" presStyleIdx="0" presStyleCnt="2">
        <dgm:presLayoutVars>
          <dgm:chMax val="1"/>
          <dgm:chPref val="1"/>
        </dgm:presLayoutVars>
      </dgm:prSet>
      <dgm:spPr/>
    </dgm:pt>
    <dgm:pt modelId="{57B61F20-F0E7-4922-BC91-B127B2F994C4}" type="pres">
      <dgm:prSet presAssocID="{73BB42B4-88FD-4792-A97B-426A7FC5C9A4}" presName="sibTrans" presStyleLbl="sibTrans2D1" presStyleIdx="0" presStyleCnt="0"/>
      <dgm:spPr/>
    </dgm:pt>
    <dgm:pt modelId="{FA19A4AC-3E56-43D4-98FF-1D38038ACDEA}" type="pres">
      <dgm:prSet presAssocID="{6C19C797-1CC5-4DE2-96F2-CF7FAACCE871}" presName="compNode" presStyleCnt="0"/>
      <dgm:spPr/>
    </dgm:pt>
    <dgm:pt modelId="{CCE7B5E0-13ED-45E2-8A80-1147A4B222C4}" type="pres">
      <dgm:prSet presAssocID="{6C19C797-1CC5-4DE2-96F2-CF7FAACCE871}" presName="iconBgRect" presStyleLbl="bgShp" presStyleIdx="1" presStyleCnt="2"/>
      <dgm:spPr/>
    </dgm:pt>
    <dgm:pt modelId="{9BD9F450-EB9E-4600-92C4-02FBE5FBD6F0}" type="pres">
      <dgm:prSet presAssocID="{6C19C797-1CC5-4DE2-96F2-CF7FAACCE87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76A3A55-09E2-48DB-AD3B-3F6FECEB5943}" type="pres">
      <dgm:prSet presAssocID="{6C19C797-1CC5-4DE2-96F2-CF7FAACCE871}" presName="spaceRect" presStyleCnt="0"/>
      <dgm:spPr/>
    </dgm:pt>
    <dgm:pt modelId="{10C7ADD0-74DC-4774-94C5-3880B26FA7BB}" type="pres">
      <dgm:prSet presAssocID="{6C19C797-1CC5-4DE2-96F2-CF7FAACCE87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A760F30-EA30-4E71-AC07-FB6B5D6EEBBC}" type="presOf" srcId="{358BCB51-6987-4EDC-9962-D0920451AA8E}" destId="{F9B3D5B4-3758-4F17-8D2E-80F92243E018}" srcOrd="0" destOrd="0" presId="urn:microsoft.com/office/officeart/2018/2/layout/IconCircleList"/>
    <dgm:cxn modelId="{AEB07D54-52E5-4290-AA34-A6CC6BBF8328}" type="presOf" srcId="{6C19C797-1CC5-4DE2-96F2-CF7FAACCE871}" destId="{10C7ADD0-74DC-4774-94C5-3880B26FA7BB}" srcOrd="0" destOrd="0" presId="urn:microsoft.com/office/officeart/2018/2/layout/IconCircleList"/>
    <dgm:cxn modelId="{A0865A7F-726C-4C89-9EE6-55408A5A4FED}" type="presOf" srcId="{655B1410-9DF6-4D25-B384-16823CB64FB0}" destId="{03C725AA-11DA-48C2-832A-76C2C921C85E}" srcOrd="0" destOrd="0" presId="urn:microsoft.com/office/officeart/2018/2/layout/IconCircleList"/>
    <dgm:cxn modelId="{1BCECCD1-4274-4B40-AC5E-F6076127F5B8}" srcId="{655B1410-9DF6-4D25-B384-16823CB64FB0}" destId="{6C19C797-1CC5-4DE2-96F2-CF7FAACCE871}" srcOrd="1" destOrd="0" parTransId="{C9CC609C-53AE-496E-8EC4-99B31D8EB9B1}" sibTransId="{658F9666-D6FE-45E3-A345-1A8417368AF3}"/>
    <dgm:cxn modelId="{E7AE31D2-09D0-47ED-B054-7D33D89283BF}" srcId="{655B1410-9DF6-4D25-B384-16823CB64FB0}" destId="{358BCB51-6987-4EDC-9962-D0920451AA8E}" srcOrd="0" destOrd="0" parTransId="{A4E511CA-9828-4B69-A5BA-C452165A9E37}" sibTransId="{73BB42B4-88FD-4792-A97B-426A7FC5C9A4}"/>
    <dgm:cxn modelId="{F79948D6-4DF2-41E4-BCFF-5991332A86AA}" type="presOf" srcId="{73BB42B4-88FD-4792-A97B-426A7FC5C9A4}" destId="{57B61F20-F0E7-4922-BC91-B127B2F994C4}" srcOrd="0" destOrd="0" presId="urn:microsoft.com/office/officeart/2018/2/layout/IconCircleList"/>
    <dgm:cxn modelId="{9A938A81-2CF9-4728-9131-F467D722B7EF}" type="presParOf" srcId="{03C725AA-11DA-48C2-832A-76C2C921C85E}" destId="{955A1491-286B-4CA9-9EEF-9B344425EB6C}" srcOrd="0" destOrd="0" presId="urn:microsoft.com/office/officeart/2018/2/layout/IconCircleList"/>
    <dgm:cxn modelId="{A7B50D30-9730-4B08-B4E3-CDAF3F29EADE}" type="presParOf" srcId="{955A1491-286B-4CA9-9EEF-9B344425EB6C}" destId="{D9470B1C-F62D-461F-B0F4-468EF98CAFBD}" srcOrd="0" destOrd="0" presId="urn:microsoft.com/office/officeart/2018/2/layout/IconCircleList"/>
    <dgm:cxn modelId="{ACCBAAC6-C483-4890-8879-2BD3150AF57B}" type="presParOf" srcId="{D9470B1C-F62D-461F-B0F4-468EF98CAFBD}" destId="{123098DF-2DE1-44F9-83FA-4FEAD08F1022}" srcOrd="0" destOrd="0" presId="urn:microsoft.com/office/officeart/2018/2/layout/IconCircleList"/>
    <dgm:cxn modelId="{A9858253-A51A-4C97-9D0B-8889DCB17581}" type="presParOf" srcId="{D9470B1C-F62D-461F-B0F4-468EF98CAFBD}" destId="{2F214CDB-5153-4113-9505-D6DE464120C5}" srcOrd="1" destOrd="0" presId="urn:microsoft.com/office/officeart/2018/2/layout/IconCircleList"/>
    <dgm:cxn modelId="{C9D35157-A2F7-40D3-84FF-536E4ECFE112}" type="presParOf" srcId="{D9470B1C-F62D-461F-B0F4-468EF98CAFBD}" destId="{4E10E248-372C-4D6A-AA5C-1057EF7278CF}" srcOrd="2" destOrd="0" presId="urn:microsoft.com/office/officeart/2018/2/layout/IconCircleList"/>
    <dgm:cxn modelId="{DAB79C39-0699-4C63-9F7D-BFBD40914BF7}" type="presParOf" srcId="{D9470B1C-F62D-461F-B0F4-468EF98CAFBD}" destId="{F9B3D5B4-3758-4F17-8D2E-80F92243E018}" srcOrd="3" destOrd="0" presId="urn:microsoft.com/office/officeart/2018/2/layout/IconCircleList"/>
    <dgm:cxn modelId="{7E99558D-50B7-48CB-9EDF-F4701B00CF20}" type="presParOf" srcId="{955A1491-286B-4CA9-9EEF-9B344425EB6C}" destId="{57B61F20-F0E7-4922-BC91-B127B2F994C4}" srcOrd="1" destOrd="0" presId="urn:microsoft.com/office/officeart/2018/2/layout/IconCircleList"/>
    <dgm:cxn modelId="{03950AE8-E546-4028-B65F-C61E0DAB617A}" type="presParOf" srcId="{955A1491-286B-4CA9-9EEF-9B344425EB6C}" destId="{FA19A4AC-3E56-43D4-98FF-1D38038ACDEA}" srcOrd="2" destOrd="0" presId="urn:microsoft.com/office/officeart/2018/2/layout/IconCircleList"/>
    <dgm:cxn modelId="{75B6FD03-3F4E-44C0-930A-68B4F749F0E1}" type="presParOf" srcId="{FA19A4AC-3E56-43D4-98FF-1D38038ACDEA}" destId="{CCE7B5E0-13ED-45E2-8A80-1147A4B222C4}" srcOrd="0" destOrd="0" presId="urn:microsoft.com/office/officeart/2018/2/layout/IconCircleList"/>
    <dgm:cxn modelId="{FEAFA586-4F96-4CFC-85BF-8342D1ECB593}" type="presParOf" srcId="{FA19A4AC-3E56-43D4-98FF-1D38038ACDEA}" destId="{9BD9F450-EB9E-4600-92C4-02FBE5FBD6F0}" srcOrd="1" destOrd="0" presId="urn:microsoft.com/office/officeart/2018/2/layout/IconCircleList"/>
    <dgm:cxn modelId="{6FA43FD3-673B-451D-BB10-C0D60A7D33C1}" type="presParOf" srcId="{FA19A4AC-3E56-43D4-98FF-1D38038ACDEA}" destId="{C76A3A55-09E2-48DB-AD3B-3F6FECEB5943}" srcOrd="2" destOrd="0" presId="urn:microsoft.com/office/officeart/2018/2/layout/IconCircleList"/>
    <dgm:cxn modelId="{2D8E63C2-C8CC-427E-8FD3-0C1503D74B9E}" type="presParOf" srcId="{FA19A4AC-3E56-43D4-98FF-1D38038ACDEA}" destId="{10C7ADD0-74DC-4774-94C5-3880B26FA7B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818C-B6A0-488F-A67C-0AE040AB7DAA}">
      <dsp:nvSpPr>
        <dsp:cNvPr id="0" name=""/>
        <dsp:cNvSpPr/>
      </dsp:nvSpPr>
      <dsp:spPr>
        <a:xfrm>
          <a:off x="0" y="491"/>
          <a:ext cx="8115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63D32-6E5C-4825-95BC-3DE1E858811D}">
      <dsp:nvSpPr>
        <dsp:cNvPr id="0" name=""/>
        <dsp:cNvSpPr/>
      </dsp:nvSpPr>
      <dsp:spPr>
        <a:xfrm>
          <a:off x="0" y="491"/>
          <a:ext cx="8115300" cy="80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Libraries struggle with:</a:t>
          </a:r>
        </a:p>
      </dsp:txBody>
      <dsp:txXfrm>
        <a:off x="0" y="491"/>
        <a:ext cx="8115300" cy="804628"/>
      </dsp:txXfrm>
    </dsp:sp>
    <dsp:sp modelId="{5273AFA5-93E3-40E8-B16C-7C0220634F7E}">
      <dsp:nvSpPr>
        <dsp:cNvPr id="0" name=""/>
        <dsp:cNvSpPr/>
      </dsp:nvSpPr>
      <dsp:spPr>
        <a:xfrm>
          <a:off x="0" y="805119"/>
          <a:ext cx="8115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D2F93-AA88-44A6-B4DA-D061C96D94C9}">
      <dsp:nvSpPr>
        <dsp:cNvPr id="0" name=""/>
        <dsp:cNvSpPr/>
      </dsp:nvSpPr>
      <dsp:spPr>
        <a:xfrm>
          <a:off x="0" y="805119"/>
          <a:ext cx="8115300" cy="80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Manual tracking of books</a:t>
          </a:r>
        </a:p>
      </dsp:txBody>
      <dsp:txXfrm>
        <a:off x="0" y="805119"/>
        <a:ext cx="8115300" cy="804628"/>
      </dsp:txXfrm>
    </dsp:sp>
    <dsp:sp modelId="{95966427-CE8F-4338-9BB5-90CCC09F32DB}">
      <dsp:nvSpPr>
        <dsp:cNvPr id="0" name=""/>
        <dsp:cNvSpPr/>
      </dsp:nvSpPr>
      <dsp:spPr>
        <a:xfrm>
          <a:off x="0" y="1609748"/>
          <a:ext cx="8115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43AF-2153-4B11-86D3-49E31D6F5CF0}">
      <dsp:nvSpPr>
        <dsp:cNvPr id="0" name=""/>
        <dsp:cNvSpPr/>
      </dsp:nvSpPr>
      <dsp:spPr>
        <a:xfrm>
          <a:off x="0" y="1609748"/>
          <a:ext cx="8115300" cy="80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 automated loan limits</a:t>
          </a:r>
        </a:p>
      </dsp:txBody>
      <dsp:txXfrm>
        <a:off x="0" y="1609748"/>
        <a:ext cx="8115300" cy="804628"/>
      </dsp:txXfrm>
    </dsp:sp>
    <dsp:sp modelId="{928D4541-339A-40EA-84AA-261AFD8B7DFA}">
      <dsp:nvSpPr>
        <dsp:cNvPr id="0" name=""/>
        <dsp:cNvSpPr/>
      </dsp:nvSpPr>
      <dsp:spPr>
        <a:xfrm>
          <a:off x="0" y="2414376"/>
          <a:ext cx="8115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32712-17AC-42D9-A05C-5DB0DD4DDF16}">
      <dsp:nvSpPr>
        <dsp:cNvPr id="0" name=""/>
        <dsp:cNvSpPr/>
      </dsp:nvSpPr>
      <dsp:spPr>
        <a:xfrm>
          <a:off x="0" y="2414376"/>
          <a:ext cx="8115300" cy="80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 digital membership control</a:t>
          </a:r>
        </a:p>
      </dsp:txBody>
      <dsp:txXfrm>
        <a:off x="0" y="2414376"/>
        <a:ext cx="8115300" cy="804628"/>
      </dsp:txXfrm>
    </dsp:sp>
    <dsp:sp modelId="{1F36AB6B-4939-4060-8FFE-35B3A248F01D}">
      <dsp:nvSpPr>
        <dsp:cNvPr id="0" name=""/>
        <dsp:cNvSpPr/>
      </dsp:nvSpPr>
      <dsp:spPr>
        <a:xfrm>
          <a:off x="0" y="3219005"/>
          <a:ext cx="8115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90936-D9E7-4AD9-9CA7-85616AFD667E}">
      <dsp:nvSpPr>
        <dsp:cNvPr id="0" name=""/>
        <dsp:cNvSpPr/>
      </dsp:nvSpPr>
      <dsp:spPr>
        <a:xfrm>
          <a:off x="0" y="3219005"/>
          <a:ext cx="8115300" cy="80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 centralized book/loan database</a:t>
          </a:r>
        </a:p>
      </dsp:txBody>
      <dsp:txXfrm>
        <a:off x="0" y="3219005"/>
        <a:ext cx="8115300" cy="804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0BB17-2830-49A3-AD63-0F59ACFDD059}">
      <dsp:nvSpPr>
        <dsp:cNvPr id="0" name=""/>
        <dsp:cNvSpPr/>
      </dsp:nvSpPr>
      <dsp:spPr>
        <a:xfrm>
          <a:off x="812322" y="699396"/>
          <a:ext cx="649065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8E4ED-B170-497C-945A-5BE5AAA74E32}">
      <dsp:nvSpPr>
        <dsp:cNvPr id="0" name=""/>
        <dsp:cNvSpPr/>
      </dsp:nvSpPr>
      <dsp:spPr>
        <a:xfrm>
          <a:off x="1500331" y="644910"/>
          <a:ext cx="74642" cy="140196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7DBCC-E17D-4AA6-81EE-B02D1A7A69AD}">
      <dsp:nvSpPr>
        <dsp:cNvPr id="0" name=""/>
        <dsp:cNvSpPr/>
      </dsp:nvSpPr>
      <dsp:spPr>
        <a:xfrm>
          <a:off x="424550" y="392792"/>
          <a:ext cx="613278" cy="61327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99" tIns="23799" rIns="23799" bIns="2379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</a:t>
          </a:r>
        </a:p>
      </dsp:txBody>
      <dsp:txXfrm>
        <a:off x="514362" y="482604"/>
        <a:ext cx="433654" cy="433654"/>
      </dsp:txXfrm>
    </dsp:sp>
    <dsp:sp modelId="{2EC21AC2-2C72-4B4B-B03E-CA241888E255}">
      <dsp:nvSpPr>
        <dsp:cNvPr id="0" name=""/>
        <dsp:cNvSpPr/>
      </dsp:nvSpPr>
      <dsp:spPr>
        <a:xfrm>
          <a:off x="990" y="1171670"/>
          <a:ext cx="14603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98" tIns="165100" rIns="115198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Build a </a:t>
          </a:r>
          <a:r>
            <a:rPr lang="en-US" sz="1100" b="1" kern="1200"/>
            <a:t>normalized PostgreSQL database</a:t>
          </a:r>
          <a:endParaRPr lang="en-US" sz="1100" kern="1200"/>
        </a:p>
      </dsp:txBody>
      <dsp:txXfrm>
        <a:off x="990" y="1463749"/>
        <a:ext cx="1460397" cy="1673521"/>
      </dsp:txXfrm>
    </dsp:sp>
    <dsp:sp modelId="{7D56AB54-7558-4B9A-AE17-ABC543F5C1E9}">
      <dsp:nvSpPr>
        <dsp:cNvPr id="0" name=""/>
        <dsp:cNvSpPr/>
      </dsp:nvSpPr>
      <dsp:spPr>
        <a:xfrm>
          <a:off x="1623654" y="699395"/>
          <a:ext cx="1460397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928B9-5B88-4E7B-90C4-4603E47E3B28}">
      <dsp:nvSpPr>
        <dsp:cNvPr id="0" name=""/>
        <dsp:cNvSpPr/>
      </dsp:nvSpPr>
      <dsp:spPr>
        <a:xfrm>
          <a:off x="3122995" y="644909"/>
          <a:ext cx="74642" cy="140197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5A2A3-8408-4F4D-84DD-92BE3252BA29}">
      <dsp:nvSpPr>
        <dsp:cNvPr id="0" name=""/>
        <dsp:cNvSpPr/>
      </dsp:nvSpPr>
      <dsp:spPr>
        <a:xfrm>
          <a:off x="2047213" y="392791"/>
          <a:ext cx="613278" cy="61327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99" tIns="23799" rIns="23799" bIns="2379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</a:t>
          </a:r>
        </a:p>
      </dsp:txBody>
      <dsp:txXfrm>
        <a:off x="2137025" y="482603"/>
        <a:ext cx="433654" cy="433654"/>
      </dsp:txXfrm>
    </dsp:sp>
    <dsp:sp modelId="{1873C029-3850-41EF-BFF8-C94F4B60EA50}">
      <dsp:nvSpPr>
        <dsp:cNvPr id="0" name=""/>
        <dsp:cNvSpPr/>
      </dsp:nvSpPr>
      <dsp:spPr>
        <a:xfrm>
          <a:off x="1623654" y="1171670"/>
          <a:ext cx="14603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98" tIns="165100" rIns="115198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Develop </a:t>
          </a:r>
          <a:r>
            <a:rPr lang="en-US" sz="1100" b="1" kern="1200"/>
            <a:t>OOP backend with inheritance and encapsulation</a:t>
          </a:r>
          <a:endParaRPr lang="en-US" sz="1100" kern="1200"/>
        </a:p>
      </dsp:txBody>
      <dsp:txXfrm>
        <a:off x="1623654" y="1463749"/>
        <a:ext cx="1460397" cy="1673521"/>
      </dsp:txXfrm>
    </dsp:sp>
    <dsp:sp modelId="{D603D74D-A2C5-4542-98BB-E431F9ECEFAB}">
      <dsp:nvSpPr>
        <dsp:cNvPr id="0" name=""/>
        <dsp:cNvSpPr/>
      </dsp:nvSpPr>
      <dsp:spPr>
        <a:xfrm>
          <a:off x="3246318" y="699395"/>
          <a:ext cx="1460397" cy="7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3B4A0-0064-428F-AE31-9906364CBE76}">
      <dsp:nvSpPr>
        <dsp:cNvPr id="0" name=""/>
        <dsp:cNvSpPr/>
      </dsp:nvSpPr>
      <dsp:spPr>
        <a:xfrm>
          <a:off x="4745659" y="644909"/>
          <a:ext cx="74642" cy="140198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BBE56-4A41-4979-91C8-E2D5D4A75B21}">
      <dsp:nvSpPr>
        <dsp:cNvPr id="0" name=""/>
        <dsp:cNvSpPr/>
      </dsp:nvSpPr>
      <dsp:spPr>
        <a:xfrm>
          <a:off x="3669877" y="392791"/>
          <a:ext cx="613278" cy="61327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99" tIns="23799" rIns="23799" bIns="2379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</a:t>
          </a:r>
        </a:p>
      </dsp:txBody>
      <dsp:txXfrm>
        <a:off x="3759689" y="482603"/>
        <a:ext cx="433654" cy="433654"/>
      </dsp:txXfrm>
    </dsp:sp>
    <dsp:sp modelId="{74F36ADF-2474-46DE-8389-7D3ED1E08965}">
      <dsp:nvSpPr>
        <dsp:cNvPr id="0" name=""/>
        <dsp:cNvSpPr/>
      </dsp:nvSpPr>
      <dsp:spPr>
        <a:xfrm>
          <a:off x="3246318" y="1171670"/>
          <a:ext cx="14603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98" tIns="165100" rIns="115198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Implement </a:t>
          </a:r>
          <a:r>
            <a:rPr lang="en-US" sz="1100" b="1" kern="1200"/>
            <a:t>CRUD with psycopg2</a:t>
          </a:r>
          <a:endParaRPr lang="en-US" sz="1100" kern="1200"/>
        </a:p>
      </dsp:txBody>
      <dsp:txXfrm>
        <a:off x="3246318" y="1463749"/>
        <a:ext cx="1460397" cy="1673521"/>
      </dsp:txXfrm>
    </dsp:sp>
    <dsp:sp modelId="{3B5FAD3C-5E74-443A-9510-FE7F61CD4BA8}">
      <dsp:nvSpPr>
        <dsp:cNvPr id="0" name=""/>
        <dsp:cNvSpPr/>
      </dsp:nvSpPr>
      <dsp:spPr>
        <a:xfrm>
          <a:off x="4868981" y="699395"/>
          <a:ext cx="1460397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3F45E-20C7-4EFE-847F-60FEE98389C1}">
      <dsp:nvSpPr>
        <dsp:cNvPr id="0" name=""/>
        <dsp:cNvSpPr/>
      </dsp:nvSpPr>
      <dsp:spPr>
        <a:xfrm>
          <a:off x="6368323" y="644909"/>
          <a:ext cx="74642" cy="140198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5C441-F089-40CA-87C2-7036C1054F36}">
      <dsp:nvSpPr>
        <dsp:cNvPr id="0" name=""/>
        <dsp:cNvSpPr/>
      </dsp:nvSpPr>
      <dsp:spPr>
        <a:xfrm>
          <a:off x="5292541" y="392791"/>
          <a:ext cx="613278" cy="61327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99" tIns="23799" rIns="23799" bIns="2379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</a:t>
          </a:r>
        </a:p>
      </dsp:txBody>
      <dsp:txXfrm>
        <a:off x="5382353" y="482603"/>
        <a:ext cx="433654" cy="433654"/>
      </dsp:txXfrm>
    </dsp:sp>
    <dsp:sp modelId="{31CB75D7-6D68-48A2-B9AC-45B4B663AF79}">
      <dsp:nvSpPr>
        <dsp:cNvPr id="0" name=""/>
        <dsp:cNvSpPr/>
      </dsp:nvSpPr>
      <dsp:spPr>
        <a:xfrm>
          <a:off x="4868981" y="1171670"/>
          <a:ext cx="14603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98" tIns="165100" rIns="115198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Enforce </a:t>
          </a:r>
          <a:r>
            <a:rPr lang="en-US" sz="1100" b="1" kern="1200"/>
            <a:t>business rules</a:t>
          </a:r>
          <a:endParaRPr lang="en-US" sz="1100" kern="1200"/>
        </a:p>
      </dsp:txBody>
      <dsp:txXfrm>
        <a:off x="4868981" y="1463749"/>
        <a:ext cx="1460397" cy="1673521"/>
      </dsp:txXfrm>
    </dsp:sp>
    <dsp:sp modelId="{E7602BF4-C3C5-4B0F-AA18-1A6D2D7B24C0}">
      <dsp:nvSpPr>
        <dsp:cNvPr id="0" name=""/>
        <dsp:cNvSpPr/>
      </dsp:nvSpPr>
      <dsp:spPr>
        <a:xfrm>
          <a:off x="6491645" y="699394"/>
          <a:ext cx="730198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91D6F-27AB-4221-AD5A-707451BCAE4F}">
      <dsp:nvSpPr>
        <dsp:cNvPr id="0" name=""/>
        <dsp:cNvSpPr/>
      </dsp:nvSpPr>
      <dsp:spPr>
        <a:xfrm>
          <a:off x="6915205" y="392791"/>
          <a:ext cx="613278" cy="61327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99" tIns="23799" rIns="23799" bIns="2379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</a:t>
          </a:r>
        </a:p>
      </dsp:txBody>
      <dsp:txXfrm>
        <a:off x="7005017" y="482603"/>
        <a:ext cx="433654" cy="433654"/>
      </dsp:txXfrm>
    </dsp:sp>
    <dsp:sp modelId="{FCB4DF8E-2ADA-42FB-BFF2-E2BF81F8D404}">
      <dsp:nvSpPr>
        <dsp:cNvPr id="0" name=""/>
        <dsp:cNvSpPr/>
      </dsp:nvSpPr>
      <dsp:spPr>
        <a:xfrm>
          <a:off x="6491645" y="1171670"/>
          <a:ext cx="14603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198" tIns="165100" rIns="115198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Provide </a:t>
          </a:r>
          <a:r>
            <a:rPr lang="en-US" sz="1100" b="1" kern="1200"/>
            <a:t>role-based access</a:t>
          </a:r>
          <a:r>
            <a:rPr lang="en-US" sz="1100" kern="1200"/>
            <a:t> (Librarian vs Member)</a:t>
          </a:r>
        </a:p>
      </dsp:txBody>
      <dsp:txXfrm>
        <a:off x="6491645" y="1463749"/>
        <a:ext cx="1460397" cy="16735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2C46D-4866-4B7C-987E-2E393633E1C3}">
      <dsp:nvSpPr>
        <dsp:cNvPr id="0" name=""/>
        <dsp:cNvSpPr/>
      </dsp:nvSpPr>
      <dsp:spPr>
        <a:xfrm>
          <a:off x="0" y="2261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B5D2D-4E1F-486D-9FBD-EA3B64E90A99}">
      <dsp:nvSpPr>
        <dsp:cNvPr id="0" name=""/>
        <dsp:cNvSpPr/>
      </dsp:nvSpPr>
      <dsp:spPr>
        <a:xfrm>
          <a:off x="346647" y="260097"/>
          <a:ext cx="630267" cy="6302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279DF-4D2D-47BD-B812-0B4C7FAEFDDD}">
      <dsp:nvSpPr>
        <dsp:cNvPr id="0" name=""/>
        <dsp:cNvSpPr/>
      </dsp:nvSpPr>
      <dsp:spPr>
        <a:xfrm>
          <a:off x="1323562" y="2261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Python OOP models</a:t>
          </a:r>
          <a:endParaRPr lang="en-US" sz="2200" kern="1200"/>
        </a:p>
      </dsp:txBody>
      <dsp:txXfrm>
        <a:off x="1323562" y="2261"/>
        <a:ext cx="3394106" cy="1145941"/>
      </dsp:txXfrm>
    </dsp:sp>
    <dsp:sp modelId="{A8B926FE-AB8B-4282-A701-51FBC5CB121B}">
      <dsp:nvSpPr>
        <dsp:cNvPr id="0" name=""/>
        <dsp:cNvSpPr/>
      </dsp:nvSpPr>
      <dsp:spPr>
        <a:xfrm>
          <a:off x="0" y="1434688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15FE3-D1E9-4FD8-BB2B-84E94B345A4D}">
      <dsp:nvSpPr>
        <dsp:cNvPr id="0" name=""/>
        <dsp:cNvSpPr/>
      </dsp:nvSpPr>
      <dsp:spPr>
        <a:xfrm>
          <a:off x="346647" y="1692524"/>
          <a:ext cx="630267" cy="6302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F94F1-0172-4E34-BADC-5C63167E6D21}">
      <dsp:nvSpPr>
        <dsp:cNvPr id="0" name=""/>
        <dsp:cNvSpPr/>
      </dsp:nvSpPr>
      <dsp:spPr>
        <a:xfrm>
          <a:off x="1323562" y="1434688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DAO layer for database interactions</a:t>
          </a:r>
          <a:endParaRPr lang="en-US" sz="2200" kern="1200"/>
        </a:p>
      </dsp:txBody>
      <dsp:txXfrm>
        <a:off x="1323562" y="1434688"/>
        <a:ext cx="3394106" cy="1145941"/>
      </dsp:txXfrm>
    </dsp:sp>
    <dsp:sp modelId="{D66146CC-3551-457E-93CC-23400E1BF69C}">
      <dsp:nvSpPr>
        <dsp:cNvPr id="0" name=""/>
        <dsp:cNvSpPr/>
      </dsp:nvSpPr>
      <dsp:spPr>
        <a:xfrm>
          <a:off x="0" y="2867115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71A73-6E3F-473E-9CF5-D259B62C5C2C}">
      <dsp:nvSpPr>
        <dsp:cNvPr id="0" name=""/>
        <dsp:cNvSpPr/>
      </dsp:nvSpPr>
      <dsp:spPr>
        <a:xfrm>
          <a:off x="346647" y="3124952"/>
          <a:ext cx="630267" cy="6302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694D7-00D7-41B2-81AA-E84634EAD818}">
      <dsp:nvSpPr>
        <dsp:cNvPr id="0" name=""/>
        <dsp:cNvSpPr/>
      </dsp:nvSpPr>
      <dsp:spPr>
        <a:xfrm>
          <a:off x="1323562" y="2867115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Service layer enforcing loan rules</a:t>
          </a:r>
          <a:endParaRPr lang="en-US" sz="2200" kern="1200"/>
        </a:p>
      </dsp:txBody>
      <dsp:txXfrm>
        <a:off x="1323562" y="2867115"/>
        <a:ext cx="3394106" cy="1145941"/>
      </dsp:txXfrm>
    </dsp:sp>
    <dsp:sp modelId="{1202FAE4-CDE8-4C8C-BE0D-3695BBC4E4B3}">
      <dsp:nvSpPr>
        <dsp:cNvPr id="0" name=""/>
        <dsp:cNvSpPr/>
      </dsp:nvSpPr>
      <dsp:spPr>
        <a:xfrm>
          <a:off x="0" y="4299542"/>
          <a:ext cx="4717669" cy="11459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3FD36-FC64-4D04-A545-2D681E37644F}">
      <dsp:nvSpPr>
        <dsp:cNvPr id="0" name=""/>
        <dsp:cNvSpPr/>
      </dsp:nvSpPr>
      <dsp:spPr>
        <a:xfrm>
          <a:off x="346647" y="4557379"/>
          <a:ext cx="630267" cy="6302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D4897-3DA2-4D7F-99D7-46566C21FA2E}">
      <dsp:nvSpPr>
        <dsp:cNvPr id="0" name=""/>
        <dsp:cNvSpPr/>
      </dsp:nvSpPr>
      <dsp:spPr>
        <a:xfrm>
          <a:off x="1323562" y="4299542"/>
          <a:ext cx="3394106" cy="114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279" tIns="121279" rIns="121279" bIns="1212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Modular and scalable design</a:t>
          </a:r>
          <a:endParaRPr lang="en-US" sz="2200" kern="1200"/>
        </a:p>
      </dsp:txBody>
      <dsp:txXfrm>
        <a:off x="1323562" y="4299542"/>
        <a:ext cx="3394106" cy="11459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098DF-2DE1-44F9-83FA-4FEAD08F1022}">
      <dsp:nvSpPr>
        <dsp:cNvPr id="0" name=""/>
        <dsp:cNvSpPr/>
      </dsp:nvSpPr>
      <dsp:spPr>
        <a:xfrm>
          <a:off x="1133810" y="1577409"/>
          <a:ext cx="853252" cy="8532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14CDB-5153-4113-9505-D6DE464120C5}">
      <dsp:nvSpPr>
        <dsp:cNvPr id="0" name=""/>
        <dsp:cNvSpPr/>
      </dsp:nvSpPr>
      <dsp:spPr>
        <a:xfrm>
          <a:off x="1312993" y="1756592"/>
          <a:ext cx="494886" cy="4948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3D5B4-3758-4F17-8D2E-80F92243E018}">
      <dsp:nvSpPr>
        <dsp:cNvPr id="0" name=""/>
        <dsp:cNvSpPr/>
      </dsp:nvSpPr>
      <dsp:spPr>
        <a:xfrm>
          <a:off x="2169902" y="1577409"/>
          <a:ext cx="2011237" cy="853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User -&gt; Member/Librarian; Book, Author, Loan, BookClub classes. </a:t>
          </a:r>
        </a:p>
      </dsp:txBody>
      <dsp:txXfrm>
        <a:off x="2169902" y="1577409"/>
        <a:ext cx="2011237" cy="853252"/>
      </dsp:txXfrm>
    </dsp:sp>
    <dsp:sp modelId="{CCE7B5E0-13ED-45E2-8A80-1147A4B222C4}">
      <dsp:nvSpPr>
        <dsp:cNvPr id="0" name=""/>
        <dsp:cNvSpPr/>
      </dsp:nvSpPr>
      <dsp:spPr>
        <a:xfrm>
          <a:off x="1133810" y="2785350"/>
          <a:ext cx="853252" cy="85325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9F450-EB9E-4600-92C4-02FBE5FBD6F0}">
      <dsp:nvSpPr>
        <dsp:cNvPr id="0" name=""/>
        <dsp:cNvSpPr/>
      </dsp:nvSpPr>
      <dsp:spPr>
        <a:xfrm>
          <a:off x="1312993" y="2964533"/>
          <a:ext cx="494886" cy="4948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7ADD0-74DC-4774-94C5-3880B26FA7BB}">
      <dsp:nvSpPr>
        <dsp:cNvPr id="0" name=""/>
        <dsp:cNvSpPr/>
      </dsp:nvSpPr>
      <dsp:spPr>
        <a:xfrm>
          <a:off x="2169902" y="2785350"/>
          <a:ext cx="2011237" cy="853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DAOs implement persistence.</a:t>
          </a:r>
        </a:p>
      </dsp:txBody>
      <dsp:txXfrm>
        <a:off x="2169902" y="2785350"/>
        <a:ext cx="2011237" cy="853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9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8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1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1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4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4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1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6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6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84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055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41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96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19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3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9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27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820" y="764373"/>
            <a:ext cx="7896976" cy="12930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 Library Application</a:t>
            </a:r>
            <a:br>
              <a:rPr lang="en-US" sz="40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dirty="0"/>
              <a:t>Database + Python OOP Automation Project</a:t>
            </a:r>
            <a:endParaRPr lang="en-US" sz="4000" kern="1200" cap="all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35577" y="2370248"/>
            <a:ext cx="5124450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Group 8</a:t>
            </a:r>
          </a:p>
          <a:p>
            <a:pPr algn="ctr"/>
            <a:r>
              <a:rPr lang="en-US" dirty="0"/>
              <a:t>Cross-Module Project</a:t>
            </a:r>
          </a:p>
          <a:p>
            <a:pPr algn="ctr"/>
            <a:r>
              <a:rPr lang="en-US" dirty="0"/>
              <a:t>Limkokwing University</a:t>
            </a:r>
          </a:p>
          <a:p>
            <a:pPr algn="ctr"/>
            <a:r>
              <a:rPr lang="en-US" dirty="0"/>
              <a:t>Date: 2025-12-06</a:t>
            </a:r>
          </a:p>
        </p:txBody>
      </p:sp>
      <p:pic>
        <p:nvPicPr>
          <p:cNvPr id="14" name="Video 13" descr="Floating Numbers And Letters On Top Of A Book">
            <a:extLst>
              <a:ext uri="{FF2B5EF4-FFF2-40B4-BE49-F238E27FC236}">
                <a16:creationId xmlns:a16="http://schemas.microsoft.com/office/drawing/2014/main" id="{6E354562-B430-D80F-FA00-BC59D1952D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7270" r="17516" b="-1"/>
          <a:stretch>
            <a:fillRect/>
          </a:stretch>
        </p:blipFill>
        <p:spPr>
          <a:xfrm>
            <a:off x="4895273" y="2336997"/>
            <a:ext cx="3466523" cy="2592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34A1D088-6E46-5FA9-28B8-4679104E42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22334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Problem Statement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9CBB2F7-4342-4AF1-988A-3EF824509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313669"/>
              </p:ext>
            </p:extLst>
          </p:nvPr>
        </p:nvGraphicFramePr>
        <p:xfrm>
          <a:off x="514350" y="2194560"/>
          <a:ext cx="81153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dirty="0"/>
              <a:t>Project </a:t>
            </a:r>
            <a:r>
              <a:rPr lang="en-US" dirty="0"/>
              <a:t>objective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3AB083-79BB-9BEF-B8BE-5E38BF49F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069668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9C88-5DDA-4AB3-8AAB-2BB65CAD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19" y="764373"/>
            <a:ext cx="4692968" cy="1293028"/>
          </a:xfrm>
        </p:spPr>
        <p:txBody>
          <a:bodyPr>
            <a:normAutofit/>
          </a:bodyPr>
          <a:lstStyle/>
          <a:p>
            <a:r>
              <a:rPr lang="en-US" dirty="0"/>
              <a:t>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439E8-6096-6084-5593-52C2A957E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" y="2194560"/>
            <a:ext cx="4692967" cy="4024125"/>
          </a:xfrm>
        </p:spPr>
        <p:txBody>
          <a:bodyPr>
            <a:normAutofit/>
          </a:bodyPr>
          <a:lstStyle/>
          <a:p>
            <a:r>
              <a:rPr lang="en-US" sz="1900"/>
              <a:t>ROLES (1) ───────&lt; USERS (Many)</a:t>
            </a:r>
          </a:p>
          <a:p>
            <a:endParaRPr lang="en-US" sz="1900"/>
          </a:p>
          <a:p>
            <a:r>
              <a:rPr lang="en-US" sz="1900"/>
              <a:t>AUTHORS (1) ─────&lt; BOOKS (Many)</a:t>
            </a:r>
          </a:p>
          <a:p>
            <a:endParaRPr lang="en-US" sz="1900"/>
          </a:p>
          <a:p>
            <a:r>
              <a:rPr lang="en-US" sz="1900"/>
              <a:t>USERS (1) ───────&lt; LOANS (Many)</a:t>
            </a:r>
          </a:p>
          <a:p>
            <a:r>
              <a:rPr lang="en-US" sz="1900"/>
              <a:t>BOOKS (1) ───────&lt; LOANS (Many)</a:t>
            </a:r>
          </a:p>
          <a:p>
            <a:endParaRPr lang="en-US" sz="1900"/>
          </a:p>
          <a:p>
            <a:r>
              <a:rPr lang="en-US" sz="1900"/>
              <a:t>BOOK_CLUBS is standalone (optional relationship)</a:t>
            </a:r>
          </a:p>
          <a:p>
            <a:endParaRPr lang="en-US" sz="190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E0C929-96C6-41B1-A001-566036DF0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1555" y="0"/>
            <a:ext cx="37524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 writing on music sheet">
            <a:extLst>
              <a:ext uri="{FF2B5EF4-FFF2-40B4-BE49-F238E27FC236}">
                <a16:creationId xmlns:a16="http://schemas.microsoft.com/office/drawing/2014/main" id="{6508588C-2451-3B7A-22DC-AE2C60D2D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11" r="30879" b="-1"/>
          <a:stretch>
            <a:fillRect/>
          </a:stretch>
        </p:blipFill>
        <p:spPr>
          <a:xfrm>
            <a:off x="5639562" y="10"/>
            <a:ext cx="3504438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6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500">
                <a:solidFill>
                  <a:schemeClr val="bg1"/>
                </a:solidFill>
              </a:rPr>
              <a:t>backend Architecture</a:t>
            </a: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38D6F410-1F3D-4B84-9824-3B8E5D52C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925667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 dirty="0"/>
              <a:t>Requirements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9" y="2194560"/>
            <a:ext cx="4362450" cy="4024125"/>
          </a:xfrm>
        </p:spPr>
        <p:txBody>
          <a:bodyPr>
            <a:normAutofit/>
          </a:bodyPr>
          <a:lstStyle/>
          <a:p>
            <a:r>
              <a:rPr lang="en-US"/>
              <a:t>Actors: Librarian, Member, Guest. Key Use-cases: Login, Manage Books, Borrow/Return, Book Clubs, Dashboard.</a:t>
            </a:r>
          </a:p>
          <a:p>
            <a:endParaRPr lang="en-US"/>
          </a:p>
        </p:txBody>
      </p:sp>
      <p:pic>
        <p:nvPicPr>
          <p:cNvPr id="20" name="Graphic 19" descr="User Network">
            <a:extLst>
              <a:ext uri="{FF2B5EF4-FFF2-40B4-BE49-F238E27FC236}">
                <a16:creationId xmlns:a16="http://schemas.microsoft.com/office/drawing/2014/main" id="{10B958C8-459C-472D-5707-281D35C63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50" y="2396966"/>
            <a:ext cx="3390900" cy="33909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4F5A2BF-B397-AADC-778B-A60BD579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690" y="4206622"/>
            <a:ext cx="495840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loans per Member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due date = 7 days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Librarian has elevated privileges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copies reduced &amp; restored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oks on a table">
            <a:extLst>
              <a:ext uri="{FF2B5EF4-FFF2-40B4-BE49-F238E27FC236}">
                <a16:creationId xmlns:a16="http://schemas.microsoft.com/office/drawing/2014/main" id="{864CEB72-661A-1E78-5355-DF592B9DD4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/>
              <a:t>Database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88FB31-06F6-58CC-073A-79EF020DA3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0" y="2194560"/>
            <a:ext cx="8115300" cy="402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Member requests loan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System checks limit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System checks copies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Loan created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Available copies reduced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 return → system restores copies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764372"/>
            <a:ext cx="2380266" cy="5216013"/>
          </a:xfrm>
        </p:spPr>
        <p:txBody>
          <a:bodyPr>
            <a:normAutofit/>
          </a:bodyPr>
          <a:lstStyle/>
          <a:p>
            <a:r>
              <a:rPr lang="en-US" sz="3400"/>
              <a:t>UML Class Diagram</a:t>
            </a:r>
            <a:endParaRPr lang="en-US" sz="3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32EEB4C-7841-9809-FCC0-B66BA75C77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77603" y="764372"/>
          <a:ext cx="5314950" cy="5216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2A2850C2-1A4E-C9F2-60C8-6CF21D7CA5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94560"/>
            <a:ext cx="8115300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Login → Search → Borrow → Return → Dashboard. Business rules: max 3 loans, loan period 7 days.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branch workflow; CI: migrations, lint, tests. Use pytest for unit tests and a test 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Security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Passwords hashed (</a:t>
            </a:r>
            <a:r>
              <a:rPr dirty="0" err="1"/>
              <a:t>bcrypt</a:t>
            </a:r>
            <a:r>
              <a:rPr dirty="0"/>
              <a:t>). Parameterized queries. Indexes on title/</a:t>
            </a:r>
            <a:r>
              <a:rPr dirty="0" err="1"/>
              <a:t>isbn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rrows pointing right while one points left">
            <a:extLst>
              <a:ext uri="{FF2B5EF4-FFF2-40B4-BE49-F238E27FC236}">
                <a16:creationId xmlns:a16="http://schemas.microsoft.com/office/drawing/2014/main" id="{3851C078-C7AF-6E0B-9725-FC5AF8E21D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l="11000" r="-1" b="-1"/>
          <a:stretch>
            <a:fillRect/>
          </a:stretch>
        </p:blipFill>
        <p:spPr>
          <a:xfrm>
            <a:off x="101619" y="-129299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3014139"/>
            <a:ext cx="7086600" cy="1825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Challenges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4842935"/>
            <a:ext cx="7086600" cy="685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Concurrency, multi-user web client, fines, REST API.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3534" y="0"/>
            <a:ext cx="54304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les in folders">
            <a:extLst>
              <a:ext uri="{FF2B5EF4-FFF2-40B4-BE49-F238E27FC236}">
                <a16:creationId xmlns:a16="http://schemas.microsoft.com/office/drawing/2014/main" id="{DD461630-411B-26DC-65B1-2E1F5684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80" r="24039" b="-1"/>
          <a:stretch>
            <a:fillRect/>
          </a:stretch>
        </p:blipFill>
        <p:spPr>
          <a:xfrm>
            <a:off x="3978110" y="10"/>
            <a:ext cx="5165890" cy="6857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31</TotalTime>
  <Words>319</Words>
  <Application>Microsoft Office PowerPoint</Application>
  <PresentationFormat>On-screen Show (4:3)</PresentationFormat>
  <Paragraphs>60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Smart Library Application Database + Python OOP Automation Project</vt:lpstr>
      <vt:lpstr>Problem Statement</vt:lpstr>
      <vt:lpstr>Project objective</vt:lpstr>
      <vt:lpstr>ERD</vt:lpstr>
      <vt:lpstr>backend Architecture</vt:lpstr>
      <vt:lpstr>Requirements Summary</vt:lpstr>
      <vt:lpstr>Database Design</vt:lpstr>
      <vt:lpstr>UML Class Diagram</vt:lpstr>
      <vt:lpstr>Demo Flow</vt:lpstr>
      <vt:lpstr>DevOps &amp; Testing</vt:lpstr>
      <vt:lpstr>Security &amp; Performance</vt:lpstr>
      <vt:lpstr>Challenges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Osman Kamara</cp:lastModifiedBy>
  <cp:revision>3</cp:revision>
  <dcterms:created xsi:type="dcterms:W3CDTF">2013-01-27T09:14:16Z</dcterms:created>
  <dcterms:modified xsi:type="dcterms:W3CDTF">2025-12-09T05:14:37Z</dcterms:modified>
  <cp:category/>
</cp:coreProperties>
</file>